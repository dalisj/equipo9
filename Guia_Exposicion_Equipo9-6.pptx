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72" r:id="rId5"/>
    <p:sldId id="260" r:id="rId6"/>
    <p:sldId id="261" r:id="rId7"/>
    <p:sldId id="262" r:id="rId8"/>
    <p:sldId id="266" r:id="rId9"/>
    <p:sldId id="263" r:id="rId10"/>
    <p:sldId id="264" r:id="rId11"/>
    <p:sldId id="267" r:id="rId12"/>
    <p:sldId id="268" r:id="rId13"/>
    <p:sldId id="270" r:id="rId14"/>
    <p:sldId id="269" r:id="rId15"/>
    <p:sldId id="271" r:id="rId16"/>
    <p:sldId id="265" r:id="rId17"/>
  </p:sldIdLst>
  <p:sldSz cx="9144000" cy="5143500" type="screen16x9"/>
  <p:notesSz cx="5143500" cy="9144000"/>
  <p:custShowLst>
    <p:custShow name="Código" id="0">
      <p:sldLst>
        <p:sld r:id="rId9"/>
      </p:sldLst>
    </p:custShow>
  </p:custShow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ECF9582-419F-41C5-56A8-2E11F3028DF6}">
          <p14:sldIdLst>
            <p14:sldId id="256"/>
            <p14:sldId id="258"/>
            <p14:sldId id="259"/>
            <p14:sldId id="272"/>
            <p14:sldId id="260"/>
          </p14:sldIdLst>
        </p14:section>
        <p14:section name="Métodos" id="{A33BAA71-2595-CE8F-3278-B7EF80D6312D}">
          <p14:sldIdLst>
            <p14:sldId id="261"/>
            <p14:sldId id="262"/>
            <p14:sldId id="266"/>
            <p14:sldId id="263"/>
            <p14:sldId id="264"/>
            <p14:sldId id="267"/>
            <p14:sldId id="268"/>
            <p14:sldId id="270"/>
            <p14:sldId id="269"/>
            <p14:sldId id="271"/>
          </p14:sldIdLst>
        </p14:section>
        <p14:section name="Pruebas y cierre" id="{D5C3B61D-9704-AD8C-AA48-6592015AB17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lís Aladro" userId="3d5ff1f312f83b74" providerId="LiveId" clId="{19BFB399-56F6-4A24-9B23-25ED26CD12F1}"/>
    <pc:docChg chg="undo custSel addSld modSld modSection">
      <pc:chgData name="Dalís Aladro" userId="3d5ff1f312f83b74" providerId="LiveId" clId="{19BFB399-56F6-4A24-9B23-25ED26CD12F1}" dt="2026-10-13T17:56:43.224" v="1284" actId="20577"/>
      <pc:docMkLst>
        <pc:docMk/>
      </pc:docMkLst>
      <pc:sldChg chg="modSp mod setBg">
        <pc:chgData name="Dalís Aladro" userId="3d5ff1f312f83b74" providerId="LiveId" clId="{19BFB399-56F6-4A24-9B23-25ED26CD12F1}" dt="2026-10-13T17:54:41.035" v="1230" actId="20577"/>
        <pc:sldMkLst>
          <pc:docMk/>
          <pc:sldMk cId="0" sldId="256"/>
        </pc:sldMkLst>
        <pc:spChg chg="mod">
          <ac:chgData name="Dalís Aladro" userId="3d5ff1f312f83b74" providerId="LiveId" clId="{19BFB399-56F6-4A24-9B23-25ED26CD12F1}" dt="2026-10-12T14:43:02.587" v="0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3:23.964" v="2" actId="207"/>
          <ac:spMkLst>
            <pc:docMk/>
            <pc:sldMk cId="0" sldId="256"/>
            <ac:spMk id="6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3:40.402" v="4" actId="207"/>
          <ac:spMkLst>
            <pc:docMk/>
            <pc:sldMk cId="0" sldId="256"/>
            <ac:spMk id="8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3:58.901" v="8" actId="20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3T17:54:41.035" v="1230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Dalís Aladro" userId="3d5ff1f312f83b74" providerId="LiveId" clId="{19BFB399-56F6-4A24-9B23-25ED26CD12F1}" dt="2026-10-12T14:53:44.617" v="20" actId="1036"/>
        <pc:sldMkLst>
          <pc:docMk/>
          <pc:sldMk cId="0" sldId="258"/>
        </pc:sldMkLst>
        <pc:spChg chg="mod">
          <ac:chgData name="Dalís Aladro" userId="3d5ff1f312f83b74" providerId="LiveId" clId="{19BFB399-56F6-4A24-9B23-25ED26CD12F1}" dt="2026-10-12T14:47:55.413" v="16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9:11.138" v="19" actId="207"/>
          <ac:spMkLst>
            <pc:docMk/>
            <pc:sldMk cId="0" sldId="258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3:44.617" v="20" actId="10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7:32.028" v="13" actId="20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7:39.056" v="14" actId="20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7:44.134" v="15" actId="207"/>
          <ac:spMkLst>
            <pc:docMk/>
            <pc:sldMk cId="0" sldId="258"/>
            <ac:spMk id="25" creationId="{00000000-0000-0000-0000-000000000000}"/>
          </ac:spMkLst>
        </pc:spChg>
      </pc:sldChg>
      <pc:sldChg chg="modSp mod">
        <pc:chgData name="Dalís Aladro" userId="3d5ff1f312f83b74" providerId="LiveId" clId="{19BFB399-56F6-4A24-9B23-25ED26CD12F1}" dt="2026-10-13T17:56:43.224" v="1284" actId="20577"/>
        <pc:sldMkLst>
          <pc:docMk/>
          <pc:sldMk cId="0" sldId="259"/>
        </pc:sldMkLst>
        <pc:spChg chg="mod">
          <ac:chgData name="Dalís Aladro" userId="3d5ff1f312f83b74" providerId="LiveId" clId="{19BFB399-56F6-4A24-9B23-25ED26CD12F1}" dt="2026-10-12T14:55:46.743" v="33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4:26.286" v="25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4:40.681" v="26" actId="692"/>
          <ac:spMkLst>
            <pc:docMk/>
            <pc:sldMk cId="0" sldId="259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5:00.253" v="27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5:10.526" v="28" actId="207"/>
          <ac:spMkLst>
            <pc:docMk/>
            <pc:sldMk cId="0" sldId="259"/>
            <ac:spMk id="7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5:16.133" v="29" actId="207"/>
          <ac:spMkLst>
            <pc:docMk/>
            <pc:sldMk cId="0" sldId="259"/>
            <ac:spMk id="9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5:22.325" v="30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5:36.761" v="32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5:52.880" v="34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Dalís Aladro" userId="3d5ff1f312f83b74" providerId="LiveId" clId="{19BFB399-56F6-4A24-9B23-25ED26CD12F1}" dt="2026-10-13T17:56:43.224" v="1284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Dalís Aladro" userId="3d5ff1f312f83b74" providerId="LiveId" clId="{19BFB399-56F6-4A24-9B23-25ED26CD12F1}" dt="2026-10-13T17:56:36.422" v="1267" actId="20577"/>
          <ac:spMkLst>
            <pc:docMk/>
            <pc:sldMk cId="0" sldId="259"/>
            <ac:spMk id="21" creationId="{00000000-0000-0000-0000-000000000000}"/>
          </ac:spMkLst>
        </pc:spChg>
      </pc:sldChg>
      <pc:sldChg chg="modSp mod">
        <pc:chgData name="Dalís Aladro" userId="3d5ff1f312f83b74" providerId="LiveId" clId="{19BFB399-56F6-4A24-9B23-25ED26CD12F1}" dt="2026-10-13T03:01:29.111" v="657" actId="20577"/>
        <pc:sldMkLst>
          <pc:docMk/>
          <pc:sldMk cId="0" sldId="260"/>
        </pc:sldMkLst>
        <pc:spChg chg="mod">
          <ac:chgData name="Dalís Aladro" userId="3d5ff1f312f83b74" providerId="LiveId" clId="{19BFB399-56F6-4A24-9B23-25ED26CD12F1}" dt="2026-10-12T14:58:15.273" v="49" actId="10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6:48.443" v="38" actId="207"/>
          <ac:spMkLst>
            <pc:docMk/>
            <pc:sldMk cId="0" sldId="260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6:52.222" v="39" actId="207"/>
          <ac:spMkLst>
            <pc:docMk/>
            <pc:sldMk cId="0" sldId="260"/>
            <ac:spMk id="7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1:18.456" v="636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1:29.111" v="657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7:06.520" v="42" actId="20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7:19.263" v="44" actId="20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7:24.806" v="45" actId="20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7:29.682" v="46" actId="20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7:33.310" v="47" actId="20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7:37.449" v="48" actId="207"/>
          <ac:spMkLst>
            <pc:docMk/>
            <pc:sldMk cId="0" sldId="260"/>
            <ac:spMk id="21" creationId="{00000000-0000-0000-0000-000000000000}"/>
          </ac:spMkLst>
        </pc:spChg>
      </pc:sldChg>
      <pc:sldChg chg="delSp modSp mod">
        <pc:chgData name="Dalís Aladro" userId="3d5ff1f312f83b74" providerId="LiveId" clId="{19BFB399-56F6-4A24-9B23-25ED26CD12F1}" dt="2026-10-13T03:10:05.035" v="954" actId="1036"/>
        <pc:sldMkLst>
          <pc:docMk/>
          <pc:sldMk cId="0" sldId="261"/>
        </pc:sldMkLst>
        <pc:spChg chg="mod">
          <ac:chgData name="Dalís Aladro" userId="3d5ff1f312f83b74" providerId="LiveId" clId="{19BFB399-56F6-4A24-9B23-25ED26CD12F1}" dt="2026-10-12T14:58:29.054" v="50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8:37.435" v="51" actId="207"/>
          <ac:spMkLst>
            <pc:docMk/>
            <pc:sldMk cId="0" sldId="261"/>
            <ac:spMk id="3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1:45.938" v="667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8:42.007" v="52" actId="207"/>
          <ac:spMkLst>
            <pc:docMk/>
            <pc:sldMk cId="0" sldId="261"/>
            <ac:spMk id="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8:46.477" v="53" actId="207"/>
          <ac:spMkLst>
            <pc:docMk/>
            <pc:sldMk cId="0" sldId="261"/>
            <ac:spMk id="7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2:41.874" v="729" actId="10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8:51.135" v="54" actId="207"/>
          <ac:spMkLst>
            <pc:docMk/>
            <pc:sldMk cId="0" sldId="261"/>
            <ac:spMk id="9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2:49.989" v="741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2:50.580" v="88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10:05.035" v="954" actId="103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8:36.901" v="952" actId="14100"/>
          <ac:spMkLst>
            <pc:docMk/>
            <pc:sldMk cId="0" sldId="261"/>
            <ac:spMk id="13" creationId="{00000000-0000-0000-0000-000000000000}"/>
          </ac:spMkLst>
        </pc:spChg>
        <pc:spChg chg="del">
          <ac:chgData name="Dalís Aladro" userId="3d5ff1f312f83b74" providerId="LiveId" clId="{19BFB399-56F6-4A24-9B23-25ED26CD12F1}" dt="2026-10-12T14:58:54.762" v="55" actId="478"/>
          <ac:spMkLst>
            <pc:docMk/>
            <pc:sldMk cId="0" sldId="261"/>
            <ac:spMk id="14" creationId="{00000000-0000-0000-0000-000000000000}"/>
          </ac:spMkLst>
        </pc:spChg>
      </pc:sldChg>
      <pc:sldChg chg="addSp delSp modSp mod">
        <pc:chgData name="Dalís Aladro" userId="3d5ff1f312f83b74" providerId="LiveId" clId="{19BFB399-56F6-4A24-9B23-25ED26CD12F1}" dt="2026-10-12T15:36:54.728" v="392" actId="3626"/>
        <pc:sldMkLst>
          <pc:docMk/>
          <pc:sldMk cId="0" sldId="262"/>
        </pc:sldMkLst>
        <pc:spChg chg="mod">
          <ac:chgData name="Dalís Aladro" userId="3d5ff1f312f83b74" providerId="LiveId" clId="{19BFB399-56F6-4A24-9B23-25ED26CD12F1}" dt="2026-10-12T15:03:09.173" v="89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5.892" v="132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7.005" v="137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6.719" v="136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6.297" v="134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3.377" v="124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4.693" v="128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4.355" v="127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4.011" v="126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3:22.264" v="92" actId="20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3:33.867" v="95" actId="20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5.046" v="130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15:23.680" v="261" actId="1076"/>
          <ac:spMkLst>
            <pc:docMk/>
            <pc:sldMk cId="0" sldId="262"/>
            <ac:spMk id="16" creationId="{00000000-0000-0000-0000-000000000000}"/>
          </ac:spMkLst>
        </pc:spChg>
        <pc:spChg chg="add del">
          <ac:chgData name="Dalís Aladro" userId="3d5ff1f312f83b74" providerId="LiveId" clId="{19BFB399-56F6-4A24-9B23-25ED26CD12F1}" dt="2026-10-12T15:07:21.440" v="139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Dalís Aladro" userId="3d5ff1f312f83b74" providerId="LiveId" clId="{19BFB399-56F6-4A24-9B23-25ED26CD12F1}" dt="2026-10-12T15:03:40.862" v="96" actId="478"/>
          <ac:spMkLst>
            <pc:docMk/>
            <pc:sldMk cId="0" sldId="262"/>
            <ac:spMk id="18" creationId="{00000000-0000-0000-0000-000000000000}"/>
          </ac:spMkLst>
        </pc:spChg>
        <pc:spChg chg="add del mod">
          <ac:chgData name="Dalís Aladro" userId="3d5ff1f312f83b74" providerId="LiveId" clId="{19BFB399-56F6-4A24-9B23-25ED26CD12F1}" dt="2026-10-12T15:15:42.701" v="263" actId="478"/>
          <ac:spMkLst>
            <pc:docMk/>
            <pc:sldMk cId="0" sldId="262"/>
            <ac:spMk id="19" creationId="{75209772-7F64-5152-BBCB-62304E346BB7}"/>
          </ac:spMkLst>
        </pc:spChg>
        <pc:spChg chg="add mod">
          <ac:chgData name="Dalís Aladro" userId="3d5ff1f312f83b74" providerId="LiveId" clId="{19BFB399-56F6-4A24-9B23-25ED26CD12F1}" dt="2026-10-12T15:15:59.533" v="267" actId="2085"/>
          <ac:spMkLst>
            <pc:docMk/>
            <pc:sldMk cId="0" sldId="262"/>
            <ac:spMk id="20" creationId="{1DAF1A45-8B12-2819-39D6-E2CD0A6E0308}"/>
          </ac:spMkLst>
        </pc:spChg>
        <pc:spChg chg="add mod">
          <ac:chgData name="Dalís Aladro" userId="3d5ff1f312f83b74" providerId="LiveId" clId="{19BFB399-56F6-4A24-9B23-25ED26CD12F1}" dt="2026-10-12T15:36:54.728" v="392" actId="3626"/>
          <ac:spMkLst>
            <pc:docMk/>
            <pc:sldMk cId="0" sldId="262"/>
            <ac:spMk id="21" creationId="{8BD23D2A-E10E-0E2C-C964-65CFDC3C8E98}"/>
          </ac:spMkLst>
        </pc:spChg>
      </pc:sldChg>
      <pc:sldChg chg="modSp mod">
        <pc:chgData name="Dalís Aladro" userId="3d5ff1f312f83b74" providerId="LiveId" clId="{19BFB399-56F6-4A24-9B23-25ED26CD12F1}" dt="2026-10-13T03:03:45.307" v="806" actId="20577"/>
        <pc:sldMkLst>
          <pc:docMk/>
          <pc:sldMk cId="0" sldId="263"/>
        </pc:sldMkLst>
        <pc:spChg chg="mod">
          <ac:chgData name="Dalís Aladro" userId="3d5ff1f312f83b74" providerId="LiveId" clId="{19BFB399-56F6-4A24-9B23-25ED26CD12F1}" dt="2026-10-12T15:52:28.519" v="496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06.996" v="482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10.704" v="483" actId="207"/>
          <ac:spMkLst>
            <pc:docMk/>
            <pc:sldMk cId="0" sldId="263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09.279" v="494" actId="2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41.055" v="489" actId="692"/>
          <ac:spMkLst>
            <pc:docMk/>
            <pc:sldMk cId="0" sldId="263"/>
            <ac:spMk id="8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01.746" v="493" actId="692"/>
          <ac:spMkLst>
            <pc:docMk/>
            <pc:sldMk cId="0" sldId="263"/>
            <ac:spMk id="9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31.042" v="487" actId="692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55.642" v="492" actId="692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35.917" v="488" actId="20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44.871" v="490" actId="20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26.180" v="486" actId="20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51.051" v="491" actId="20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22.865" v="495" actId="20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36.797" v="497" actId="20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3:17.616" v="754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41.193" v="498" actId="20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3:24.938" v="766" actId="2057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45.952" v="499" actId="20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3:38.379" v="793" actId="2057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50.194" v="500" actId="207"/>
          <ac:spMkLst>
            <pc:docMk/>
            <pc:sldMk cId="0" sldId="263"/>
            <ac:spMk id="24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3:45.307" v="806" actId="20577"/>
          <ac:spMkLst>
            <pc:docMk/>
            <pc:sldMk cId="0" sldId="263"/>
            <ac:spMk id="25" creationId="{00000000-0000-0000-0000-000000000000}"/>
          </ac:spMkLst>
        </pc:spChg>
      </pc:sldChg>
      <pc:sldChg chg="modSp mod">
        <pc:chgData name="Dalís Aladro" userId="3d5ff1f312f83b74" providerId="LiveId" clId="{19BFB399-56F6-4A24-9B23-25ED26CD12F1}" dt="2026-10-12T15:50:01.700" v="479" actId="207"/>
        <pc:sldMkLst>
          <pc:docMk/>
          <pc:sldMk cId="0" sldId="264"/>
        </pc:sldMkLst>
        <pc:spChg chg="mod">
          <ac:chgData name="Dalís Aladro" userId="3d5ff1f312f83b74" providerId="LiveId" clId="{19BFB399-56F6-4A24-9B23-25ED26CD12F1}" dt="2026-10-12T15:50:01.700" v="479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4:16.546" v="440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4:52.543" v="442" actId="207"/>
          <ac:spMkLst>
            <pc:docMk/>
            <pc:sldMk cId="0" sldId="264"/>
            <ac:spMk id="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4:56.986" v="443" actId="207"/>
          <ac:spMkLst>
            <pc:docMk/>
            <pc:sldMk cId="0" sldId="264"/>
            <ac:spMk id="7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2:50.796" v="426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5:08.614" v="446" actId="20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4:00.125" v="438" actId="20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3:11.237" v="428" actId="20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3:14.878" v="429" actId="20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3:42.475" v="433" actId="20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3:47.415" v="434" actId="207"/>
          <ac:spMkLst>
            <pc:docMk/>
            <pc:sldMk cId="0" sldId="264"/>
            <ac:spMk id="19" creationId="{00000000-0000-0000-0000-000000000000}"/>
          </ac:spMkLst>
        </pc:spChg>
      </pc:sldChg>
      <pc:sldChg chg="delSp modSp mod">
        <pc:chgData name="Dalís Aladro" userId="3d5ff1f312f83b74" providerId="LiveId" clId="{19BFB399-56F6-4A24-9B23-25ED26CD12F1}" dt="2026-10-12T15:55:10.976" v="572" actId="478"/>
        <pc:sldMkLst>
          <pc:docMk/>
          <pc:sldMk cId="0" sldId="265"/>
        </pc:sldMkLst>
        <pc:spChg chg="mod">
          <ac:chgData name="Dalís Aladro" userId="3d5ff1f312f83b74" providerId="LiveId" clId="{19BFB399-56F6-4A24-9B23-25ED26CD12F1}" dt="2026-10-12T15:53:02.020" v="501" actId="207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Dalís Aladro" userId="3d5ff1f312f83b74" providerId="LiveId" clId="{19BFB399-56F6-4A24-9B23-25ED26CD12F1}" dt="2026-10-12T15:55:10.976" v="572" actId="478"/>
          <ac:spMkLst>
            <pc:docMk/>
            <pc:sldMk cId="0" sldId="265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4:28.001" v="532" actId="403"/>
          <ac:spMkLst>
            <pc:docMk/>
            <pc:sldMk cId="0" sldId="265"/>
            <ac:spMk id="5" creationId="{00000000-0000-0000-0000-000000000000}"/>
          </ac:spMkLst>
        </pc:spChg>
        <pc:spChg chg="del">
          <ac:chgData name="Dalís Aladro" userId="3d5ff1f312f83b74" providerId="LiveId" clId="{19BFB399-56F6-4A24-9B23-25ED26CD12F1}" dt="2026-10-12T15:55:05.759" v="570" actId="478"/>
          <ac:spMkLst>
            <pc:docMk/>
            <pc:sldMk cId="0" sldId="265"/>
            <ac:spMk id="7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4:54.172" v="569" actId="403"/>
          <ac:spMkLst>
            <pc:docMk/>
            <pc:sldMk cId="0" sldId="265"/>
            <ac:spMk id="8" creationId="{00000000-0000-0000-0000-000000000000}"/>
          </ac:spMkLst>
        </pc:spChg>
      </pc:sldChg>
      <pc:sldChg chg="addSp delSp modSp new mod modShow">
        <pc:chgData name="Dalís Aladro" userId="3d5ff1f312f83b74" providerId="LiveId" clId="{19BFB399-56F6-4A24-9B23-25ED26CD12F1}" dt="2026-10-13T03:12:46.957" v="985" actId="403"/>
        <pc:sldMkLst>
          <pc:docMk/>
          <pc:sldMk cId="907386451" sldId="266"/>
        </pc:sldMkLst>
        <pc:spChg chg="add del mod">
          <ac:chgData name="Dalís Aladro" userId="3d5ff1f312f83b74" providerId="LiveId" clId="{19BFB399-56F6-4A24-9B23-25ED26CD12F1}" dt="2026-10-12T15:08:20.107" v="179" actId="478"/>
          <ac:spMkLst>
            <pc:docMk/>
            <pc:sldMk cId="907386451" sldId="266"/>
            <ac:spMk id="2" creationId="{6A036330-6C70-5165-D873-DF95CDA96E1B}"/>
          </ac:spMkLst>
        </pc:spChg>
        <pc:spChg chg="add del mod">
          <ac:chgData name="Dalís Aladro" userId="3d5ff1f312f83b74" providerId="LiveId" clId="{19BFB399-56F6-4A24-9B23-25ED26CD12F1}" dt="2026-10-12T15:16:53.042" v="293" actId="478"/>
          <ac:spMkLst>
            <pc:docMk/>
            <pc:sldMk cId="907386451" sldId="266"/>
            <ac:spMk id="3" creationId="{7D0C0B1B-335F-B528-1980-B1E27EB1CD2C}"/>
          </ac:spMkLst>
        </pc:spChg>
        <pc:spChg chg="add del mod">
          <ac:chgData name="Dalís Aladro" userId="3d5ff1f312f83b74" providerId="LiveId" clId="{19BFB399-56F6-4A24-9B23-25ED26CD12F1}" dt="2026-10-12T15:16:50.506" v="292" actId="478"/>
          <ac:spMkLst>
            <pc:docMk/>
            <pc:sldMk cId="907386451" sldId="266"/>
            <ac:spMk id="4" creationId="{CB03BE55-5EE1-BF5F-4FDD-4BC84E0EEE67}"/>
          </ac:spMkLst>
        </pc:spChg>
        <pc:spChg chg="add mod">
          <ac:chgData name="Dalís Aladro" userId="3d5ff1f312f83b74" providerId="LiveId" clId="{19BFB399-56F6-4A24-9B23-25ED26CD12F1}" dt="2026-10-12T15:28:42.893" v="357" actId="1076"/>
          <ac:spMkLst>
            <pc:docMk/>
            <pc:sldMk cId="907386451" sldId="266"/>
            <ac:spMk id="5" creationId="{C8C3E22C-8F66-253F-9B67-6FD1768B8808}"/>
          </ac:spMkLst>
        </pc:spChg>
        <pc:spChg chg="add del mod">
          <ac:chgData name="Dalís Aladro" userId="3d5ff1f312f83b74" providerId="LiveId" clId="{19BFB399-56F6-4A24-9B23-25ED26CD12F1}" dt="2026-10-12T15:17:24.281" v="298"/>
          <ac:spMkLst>
            <pc:docMk/>
            <pc:sldMk cId="907386451" sldId="266"/>
            <ac:spMk id="6" creationId="{6B72B91A-D704-0CA5-7A32-FFDFF8871DC0}"/>
          </ac:spMkLst>
        </pc:spChg>
        <pc:spChg chg="add mod">
          <ac:chgData name="Dalís Aladro" userId="3d5ff1f312f83b74" providerId="LiveId" clId="{19BFB399-56F6-4A24-9B23-25ED26CD12F1}" dt="2026-10-13T03:11:54.627" v="962" actId="403"/>
          <ac:spMkLst>
            <pc:docMk/>
            <pc:sldMk cId="907386451" sldId="266"/>
            <ac:spMk id="7" creationId="{26679B04-FC47-469D-D128-E4AAA18249E3}"/>
          </ac:spMkLst>
        </pc:spChg>
        <pc:spChg chg="add mod">
          <ac:chgData name="Dalís Aladro" userId="3d5ff1f312f83b74" providerId="LiveId" clId="{19BFB399-56F6-4A24-9B23-25ED26CD12F1}" dt="2026-10-12T15:29:17.620" v="366" actId="14100"/>
          <ac:spMkLst>
            <pc:docMk/>
            <pc:sldMk cId="907386451" sldId="266"/>
            <ac:spMk id="8" creationId="{5B93D571-5C1F-1D50-CFC9-51375FCDA8DF}"/>
          </ac:spMkLst>
        </pc:spChg>
        <pc:spChg chg="add mod">
          <ac:chgData name="Dalís Aladro" userId="3d5ff1f312f83b74" providerId="LiveId" clId="{19BFB399-56F6-4A24-9B23-25ED26CD12F1}" dt="2026-10-13T03:12:46.957" v="985" actId="403"/>
          <ac:spMkLst>
            <pc:docMk/>
            <pc:sldMk cId="907386451" sldId="266"/>
            <ac:spMk id="9" creationId="{02AE6AC5-12FA-D369-9809-6A19CD8E08DE}"/>
          </ac:spMkLst>
        </pc:spChg>
        <pc:spChg chg="add del mod">
          <ac:chgData name="Dalís Aladro" userId="3d5ff1f312f83b74" providerId="LiveId" clId="{19BFB399-56F6-4A24-9B23-25ED26CD12F1}" dt="2026-10-12T15:28:32.399" v="355" actId="478"/>
          <ac:spMkLst>
            <pc:docMk/>
            <pc:sldMk cId="907386451" sldId="266"/>
            <ac:spMk id="10" creationId="{D3F4ED40-032A-4DCC-A056-0448D38D00E4}"/>
          </ac:spMkLst>
        </pc:spChg>
        <pc:spChg chg="add del mod">
          <ac:chgData name="Dalís Aladro" userId="3d5ff1f312f83b74" providerId="LiveId" clId="{19BFB399-56F6-4A24-9B23-25ED26CD12F1}" dt="2026-10-12T15:28:29.129" v="354" actId="478"/>
          <ac:spMkLst>
            <pc:docMk/>
            <pc:sldMk cId="907386451" sldId="266"/>
            <ac:spMk id="11" creationId="{E9595A60-CF20-C1AF-D35B-8C767D5283B9}"/>
          </ac:spMkLst>
        </pc:spChg>
        <pc:spChg chg="add del mod">
          <ac:chgData name="Dalís Aladro" userId="3d5ff1f312f83b74" providerId="LiveId" clId="{19BFB399-56F6-4A24-9B23-25ED26CD12F1}" dt="2026-10-12T15:30:13.027" v="377" actId="478"/>
          <ac:spMkLst>
            <pc:docMk/>
            <pc:sldMk cId="907386451" sldId="266"/>
            <ac:spMk id="12" creationId="{FEE90F89-505C-84B7-2C10-ED05D89F5628}"/>
          </ac:spMkLst>
        </pc:spChg>
        <pc:spChg chg="add mod">
          <ac:chgData name="Dalís Aladro" userId="3d5ff1f312f83b74" providerId="LiveId" clId="{19BFB399-56F6-4A24-9B23-25ED26CD12F1}" dt="2026-10-12T15:30:31.588" v="379" actId="207"/>
          <ac:spMkLst>
            <pc:docMk/>
            <pc:sldMk cId="907386451" sldId="266"/>
            <ac:spMk id="13" creationId="{A2D35522-D44D-F683-BF46-A3C3F746BAAA}"/>
          </ac:spMkLst>
        </pc:spChg>
        <pc:spChg chg="add mod">
          <ac:chgData name="Dalís Aladro" userId="3d5ff1f312f83b74" providerId="LiveId" clId="{19BFB399-56F6-4A24-9B23-25ED26CD12F1}" dt="2026-10-12T15:30:54.755" v="390" actId="207"/>
          <ac:spMkLst>
            <pc:docMk/>
            <pc:sldMk cId="907386451" sldId="266"/>
            <ac:spMk id="14" creationId="{CFF2286B-4507-0C91-3EFD-EF7E37A0902B}"/>
          </ac:spMkLst>
        </pc:spChg>
      </pc:sldChg>
      <pc:sldChg chg="addSp delSp modSp new mod modShow">
        <pc:chgData name="Dalís Aladro" userId="3d5ff1f312f83b74" providerId="LiveId" clId="{19BFB399-56F6-4A24-9B23-25ED26CD12F1}" dt="2026-10-13T03:15:17.782" v="1003" actId="1076"/>
        <pc:sldMkLst>
          <pc:docMk/>
          <pc:sldMk cId="411672986" sldId="267"/>
        </pc:sldMkLst>
        <pc:spChg chg="add mod">
          <ac:chgData name="Dalís Aladro" userId="3d5ff1f312f83b74" providerId="LiveId" clId="{19BFB399-56F6-4A24-9B23-25ED26CD12F1}" dt="2026-10-13T03:14:43.075" v="998" actId="14100"/>
          <ac:spMkLst>
            <pc:docMk/>
            <pc:sldMk cId="411672986" sldId="267"/>
            <ac:spMk id="2" creationId="{754FC612-44B5-32B0-CCD6-C3777074EB24}"/>
          </ac:spMkLst>
        </pc:spChg>
        <pc:spChg chg="add del mod">
          <ac:chgData name="Dalís Aladro" userId="3d5ff1f312f83b74" providerId="LiveId" clId="{19BFB399-56F6-4A24-9B23-25ED26CD12F1}" dt="2026-10-13T03:13:25.599" v="988"/>
          <ac:spMkLst>
            <pc:docMk/>
            <pc:sldMk cId="411672986" sldId="267"/>
            <ac:spMk id="3" creationId="{22D61CC2-468B-51DC-6F61-C72C20128FAA}"/>
          </ac:spMkLst>
        </pc:spChg>
        <pc:spChg chg="add mod">
          <ac:chgData name="Dalís Aladro" userId="3d5ff1f312f83b74" providerId="LiveId" clId="{19BFB399-56F6-4A24-9B23-25ED26CD12F1}" dt="2026-10-13T03:15:04.605" v="1001" actId="1076"/>
          <ac:spMkLst>
            <pc:docMk/>
            <pc:sldMk cId="411672986" sldId="267"/>
            <ac:spMk id="4" creationId="{6E0C0C12-3033-FCA1-6103-C7B775934E7A}"/>
          </ac:spMkLst>
        </pc:spChg>
        <pc:spChg chg="add mod">
          <ac:chgData name="Dalís Aladro" userId="3d5ff1f312f83b74" providerId="LiveId" clId="{19BFB399-56F6-4A24-9B23-25ED26CD12F1}" dt="2026-10-13T03:15:17.782" v="1003" actId="1076"/>
          <ac:spMkLst>
            <pc:docMk/>
            <pc:sldMk cId="411672986" sldId="267"/>
            <ac:spMk id="5" creationId="{E0C4EF95-862D-EF59-6172-A18A3770B084}"/>
          </ac:spMkLst>
        </pc:spChg>
        <pc:spChg chg="add mod">
          <ac:chgData name="Dalís Aladro" userId="3d5ff1f312f83b74" providerId="LiveId" clId="{19BFB399-56F6-4A24-9B23-25ED26CD12F1}" dt="2026-10-13T03:14:38.174" v="997" actId="14100"/>
          <ac:spMkLst>
            <pc:docMk/>
            <pc:sldMk cId="411672986" sldId="267"/>
            <ac:spMk id="6" creationId="{BF28915A-F39A-ECEA-D1DC-87368909D4CA}"/>
          </ac:spMkLst>
        </pc:spChg>
      </pc:sldChg>
      <pc:sldChg chg="modSp mod">
        <pc:chgData name="Dalís Aladro" userId="3d5ff1f312f83b74" providerId="LiveId" clId="{19BFB399-56F6-4A24-9B23-25ED26CD12F1}" dt="2026-10-13T03:22:43.988" v="1190" actId="207"/>
        <pc:sldMkLst>
          <pc:docMk/>
          <pc:sldMk cId="0" sldId="268"/>
        </pc:sldMkLst>
        <pc:spChg chg="mod">
          <ac:chgData name="Dalís Aladro" userId="3d5ff1f312f83b74" providerId="LiveId" clId="{19BFB399-56F6-4A24-9B23-25ED26CD12F1}" dt="2026-10-13T03:22:43.988" v="1190" actId="207"/>
          <ac:spMkLst>
            <pc:docMk/>
            <pc:sldMk cId="0" sldId="268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4:47.725" v="849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5:00.954" v="868" actId="20577"/>
          <ac:spMkLst>
            <pc:docMk/>
            <pc:sldMk cId="0" sldId="268"/>
            <ac:spMk id="16" creationId="{00000000-0000-0000-0000-000000000000}"/>
          </ac:spMkLst>
        </pc:spChg>
      </pc:sldChg>
      <pc:sldChg chg="modSp mod">
        <pc:chgData name="Dalís Aladro" userId="3d5ff1f312f83b74" providerId="LiveId" clId="{19BFB399-56F6-4A24-9B23-25ED26CD12F1}" dt="2026-10-13T03:25:04.147" v="1210" actId="207"/>
        <pc:sldMkLst>
          <pc:docMk/>
          <pc:sldMk cId="0" sldId="269"/>
        </pc:sldMkLst>
        <pc:spChg chg="mod">
          <ac:chgData name="Dalís Aladro" userId="3d5ff1f312f83b74" providerId="LiveId" clId="{19BFB399-56F6-4A24-9B23-25ED26CD12F1}" dt="2026-10-13T03:25:04.147" v="1210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5:31.089" v="891" actId="20577"/>
          <ac:spMkLst>
            <pc:docMk/>
            <pc:sldMk cId="0" sldId="269"/>
            <ac:spMk id="6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5:48.228" v="911" actId="2057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5:59.382" v="925" actId="2057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6:08.834" v="943" actId="20577"/>
          <ac:spMkLst>
            <pc:docMk/>
            <pc:sldMk cId="0" sldId="269"/>
            <ac:spMk id="16" creationId="{00000000-0000-0000-0000-000000000000}"/>
          </ac:spMkLst>
        </pc:spChg>
      </pc:sldChg>
      <pc:sldChg chg="addSp modSp new mod modShow">
        <pc:chgData name="Dalís Aladro" userId="3d5ff1f312f83b74" providerId="LiveId" clId="{19BFB399-56F6-4A24-9B23-25ED26CD12F1}" dt="2026-10-13T03:24:35.699" v="1209" actId="729"/>
        <pc:sldMkLst>
          <pc:docMk/>
          <pc:sldMk cId="1486540184" sldId="270"/>
        </pc:sldMkLst>
        <pc:spChg chg="add mod">
          <ac:chgData name="Dalís Aladro" userId="3d5ff1f312f83b74" providerId="LiveId" clId="{19BFB399-56F6-4A24-9B23-25ED26CD12F1}" dt="2026-10-13T03:22:59.744" v="1191" actId="14100"/>
          <ac:spMkLst>
            <pc:docMk/>
            <pc:sldMk cId="1486540184" sldId="270"/>
            <ac:spMk id="2" creationId="{FCADE7D7-56A4-7692-3D2C-1768FC5E7DBD}"/>
          </ac:spMkLst>
        </pc:spChg>
        <pc:spChg chg="add mod">
          <ac:chgData name="Dalís Aladro" userId="3d5ff1f312f83b74" providerId="LiveId" clId="{19BFB399-56F6-4A24-9B23-25ED26CD12F1}" dt="2026-10-13T03:18:01.379" v="1158" actId="1076"/>
          <ac:spMkLst>
            <pc:docMk/>
            <pc:sldMk cId="1486540184" sldId="270"/>
            <ac:spMk id="3" creationId="{70EFDD4E-8EF7-94AF-44C0-3F53C132C3F6}"/>
          </ac:spMkLst>
        </pc:spChg>
        <pc:spChg chg="add mod">
          <ac:chgData name="Dalís Aladro" userId="3d5ff1f312f83b74" providerId="LiveId" clId="{19BFB399-56F6-4A24-9B23-25ED26CD12F1}" dt="2026-10-13T03:19:37.968" v="1173" actId="14100"/>
          <ac:spMkLst>
            <pc:docMk/>
            <pc:sldMk cId="1486540184" sldId="270"/>
            <ac:spMk id="4" creationId="{935677CD-2C8E-0F49-0D40-16E764B381BD}"/>
          </ac:spMkLst>
        </pc:spChg>
        <pc:spChg chg="add mod">
          <ac:chgData name="Dalís Aladro" userId="3d5ff1f312f83b74" providerId="LiveId" clId="{19BFB399-56F6-4A24-9B23-25ED26CD12F1}" dt="2026-10-13T03:19:22.781" v="1171" actId="404"/>
          <ac:spMkLst>
            <pc:docMk/>
            <pc:sldMk cId="1486540184" sldId="270"/>
            <ac:spMk id="5" creationId="{F3F8077D-3662-2C3E-8967-DF034DD0B99D}"/>
          </ac:spMkLst>
        </pc:spChg>
        <pc:spChg chg="add mod">
          <ac:chgData name="Dalís Aladro" userId="3d5ff1f312f83b74" providerId="LiveId" clId="{19BFB399-56F6-4A24-9B23-25ED26CD12F1}" dt="2026-10-13T03:23:51.268" v="1206" actId="14100"/>
          <ac:spMkLst>
            <pc:docMk/>
            <pc:sldMk cId="1486540184" sldId="270"/>
            <ac:spMk id="6" creationId="{6043C620-9A0E-19A1-E75A-F8FF2CE17326}"/>
          </ac:spMkLst>
        </pc:spChg>
        <pc:spChg chg="add mod">
          <ac:chgData name="Dalís Aladro" userId="3d5ff1f312f83b74" providerId="LiveId" clId="{19BFB399-56F6-4A24-9B23-25ED26CD12F1}" dt="2026-10-13T03:24:31.855" v="1208" actId="207"/>
          <ac:spMkLst>
            <pc:docMk/>
            <pc:sldMk cId="1486540184" sldId="270"/>
            <ac:spMk id="7" creationId="{98FE1F20-5260-AE86-25FD-AAA86134CEDF}"/>
          </ac:spMkLst>
        </pc:spChg>
      </pc:sldChg>
      <pc:sldChg chg="addSp modSp new mod modShow">
        <pc:chgData name="Dalís Aladro" userId="3d5ff1f312f83b74" providerId="LiveId" clId="{19BFB399-56F6-4A24-9B23-25ED26CD12F1}" dt="2026-10-13T03:26:25.602" v="1229" actId="729"/>
        <pc:sldMkLst>
          <pc:docMk/>
          <pc:sldMk cId="413065472" sldId="271"/>
        </pc:sldMkLst>
        <pc:spChg chg="add mod">
          <ac:chgData name="Dalís Aladro" userId="3d5ff1f312f83b74" providerId="LiveId" clId="{19BFB399-56F6-4A24-9B23-25ED26CD12F1}" dt="2026-10-13T03:25:13.561" v="1211" actId="14100"/>
          <ac:spMkLst>
            <pc:docMk/>
            <pc:sldMk cId="413065472" sldId="271"/>
            <ac:spMk id="2" creationId="{E6A3F299-BC0B-7F54-C00F-E60861AA3873}"/>
          </ac:spMkLst>
        </pc:spChg>
        <pc:spChg chg="add mod">
          <ac:chgData name="Dalís Aladro" userId="3d5ff1f312f83b74" providerId="LiveId" clId="{19BFB399-56F6-4A24-9B23-25ED26CD12F1}" dt="2026-10-13T03:21:52.458" v="1189" actId="403"/>
          <ac:spMkLst>
            <pc:docMk/>
            <pc:sldMk cId="413065472" sldId="271"/>
            <ac:spMk id="3" creationId="{387950DE-EABD-6106-125E-B481E4F852D6}"/>
          </ac:spMkLst>
        </pc:spChg>
        <pc:spChg chg="add mod">
          <ac:chgData name="Dalís Aladro" userId="3d5ff1f312f83b74" providerId="LiveId" clId="{19BFB399-56F6-4A24-9B23-25ED26CD12F1}" dt="2026-10-13T03:21:09.618" v="1184" actId="1076"/>
          <ac:spMkLst>
            <pc:docMk/>
            <pc:sldMk cId="413065472" sldId="271"/>
            <ac:spMk id="4" creationId="{C5C9C85C-C028-D720-E0B8-297073C18272}"/>
          </ac:spMkLst>
        </pc:spChg>
        <pc:spChg chg="add mod">
          <ac:chgData name="Dalís Aladro" userId="3d5ff1f312f83b74" providerId="LiveId" clId="{19BFB399-56F6-4A24-9B23-25ED26CD12F1}" dt="2026-10-13T03:21:44.419" v="1188" actId="1076"/>
          <ac:spMkLst>
            <pc:docMk/>
            <pc:sldMk cId="413065472" sldId="271"/>
            <ac:spMk id="5" creationId="{F7A4F37A-65E1-0501-11D7-7C76D3FA8BEB}"/>
          </ac:spMkLst>
        </pc:spChg>
        <pc:spChg chg="add mod">
          <ac:chgData name="Dalís Aladro" userId="3d5ff1f312f83b74" providerId="LiveId" clId="{19BFB399-56F6-4A24-9B23-25ED26CD12F1}" dt="2026-10-13T03:26:00.364" v="1226" actId="14100"/>
          <ac:spMkLst>
            <pc:docMk/>
            <pc:sldMk cId="413065472" sldId="271"/>
            <ac:spMk id="6" creationId="{AA4FB778-BFD4-77B6-3D4F-2EA14C7C8D51}"/>
          </ac:spMkLst>
        </pc:spChg>
        <pc:spChg chg="add mod">
          <ac:chgData name="Dalís Aladro" userId="3d5ff1f312f83b74" providerId="LiveId" clId="{19BFB399-56F6-4A24-9B23-25ED26CD12F1}" dt="2026-10-13T03:26:20.228" v="1228" actId="207"/>
          <ac:spMkLst>
            <pc:docMk/>
            <pc:sldMk cId="413065472" sldId="271"/>
            <ac:spMk id="7" creationId="{531A9979-2CEB-9E54-DD7C-32E14FCDCD85}"/>
          </ac:spMkLst>
        </pc:spChg>
      </pc:sldChg>
      <pc:sldChg chg="modSp mod">
        <pc:chgData name="Dalís Aladro" userId="3d5ff1f312f83b74" providerId="LiveId" clId="{19BFB399-56F6-4A24-9B23-25ED26CD12F1}" dt="2026-10-13T17:56:10.496" v="1239" actId="208"/>
        <pc:sldMkLst>
          <pc:docMk/>
          <pc:sldMk cId="486264962" sldId="272"/>
        </pc:sldMkLst>
        <pc:spChg chg="mod">
          <ac:chgData name="Dalís Aladro" userId="3d5ff1f312f83b74" providerId="LiveId" clId="{19BFB399-56F6-4A24-9B23-25ED26CD12F1}" dt="2026-10-13T17:55:56.488" v="1236" actId="208"/>
          <ac:spMkLst>
            <pc:docMk/>
            <pc:sldMk cId="486264962" sldId="272"/>
            <ac:spMk id="5" creationId="{90920FD1-F3A0-8053-8396-7DD636C89497}"/>
          </ac:spMkLst>
        </pc:spChg>
        <pc:spChg chg="mod">
          <ac:chgData name="Dalís Aladro" userId="3d5ff1f312f83b74" providerId="LiveId" clId="{19BFB399-56F6-4A24-9B23-25ED26CD12F1}" dt="2026-10-13T17:56:02.867" v="1237" actId="208"/>
          <ac:spMkLst>
            <pc:docMk/>
            <pc:sldMk cId="486264962" sldId="272"/>
            <ac:spMk id="7" creationId="{15646FD0-E850-FB6A-CBCD-AFEFF9AD6850}"/>
          </ac:spMkLst>
        </pc:spChg>
        <pc:spChg chg="mod">
          <ac:chgData name="Dalís Aladro" userId="3d5ff1f312f83b74" providerId="LiveId" clId="{19BFB399-56F6-4A24-9B23-25ED26CD12F1}" dt="2026-10-13T17:56:10.496" v="1239" actId="208"/>
          <ac:spMkLst>
            <pc:docMk/>
            <pc:sldMk cId="486264962" sldId="272"/>
            <ac:spMk id="9" creationId="{2B771896-90A7-3FE7-732C-DC48113008FC}"/>
          </ac:spMkLst>
        </pc:spChg>
        <pc:spChg chg="mod">
          <ac:chgData name="Dalís Aladro" userId="3d5ff1f312f83b74" providerId="LiveId" clId="{19BFB399-56F6-4A24-9B23-25ED26CD12F1}" dt="2026-10-13T17:56:07.875" v="1238" actId="208"/>
          <ac:spMkLst>
            <pc:docMk/>
            <pc:sldMk cId="486264962" sldId="272"/>
            <ac:spMk id="13" creationId="{20B5D26E-3E86-B6A6-1828-291DAB288A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01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508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5"/>
                </a:solidFill>
              </a:rPr>
              <a:t>Equipo 9 · HospitalEmergency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HospitalEmergency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508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Sistema de emergencias con lista doblemente enlazada</a:t>
            </a:r>
            <a:endParaRPr lang="en-US" sz="2000" dirty="0"/>
          </a:p>
        </p:txBody>
      </p:sp>
      <p:sp>
        <p:nvSpPr>
          <p:cNvPr id="4" name="Nodo portada 1"/>
          <p:cNvSpPr txBox="1"/>
          <p:nvPr/>
        </p:nvSpPr>
        <p:spPr>
          <a:xfrm>
            <a:off x="548640" y="274320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Maria · 5</a:t>
            </a:r>
            <a:endParaRPr lang="en-US" sz="1600" dirty="0"/>
          </a:p>
        </p:txBody>
      </p:sp>
      <p:sp>
        <p:nvSpPr>
          <p:cNvPr id="5" name="Enlace portada 1"/>
          <p:cNvSpPr/>
          <p:nvPr/>
        </p:nvSpPr>
        <p:spPr>
          <a:xfrm>
            <a:off x="1828800" y="3040380"/>
            <a:ext cx="73152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headEnd type="triangle"/>
            <a:tailEnd type="triangle"/>
          </a:ln>
        </p:spPr>
      </p:sp>
      <p:sp>
        <p:nvSpPr>
          <p:cNvPr id="6" name="Nodo portada 2"/>
          <p:cNvSpPr txBox="1"/>
          <p:nvPr/>
        </p:nvSpPr>
        <p:spPr>
          <a:xfrm>
            <a:off x="2560320" y="2743200"/>
            <a:ext cx="1280160" cy="594360"/>
          </a:xfrm>
          <a:prstGeom prst="roundRect">
            <a:avLst>
              <a:gd name="adj" fmla="val 15385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Ana · 4</a:t>
            </a:r>
            <a:endParaRPr lang="en-US" sz="1600" dirty="0"/>
          </a:p>
        </p:txBody>
      </p:sp>
      <p:sp>
        <p:nvSpPr>
          <p:cNvPr id="7" name="Enlace portada 2"/>
          <p:cNvSpPr/>
          <p:nvPr/>
        </p:nvSpPr>
        <p:spPr>
          <a:xfrm>
            <a:off x="3840480" y="3040380"/>
            <a:ext cx="73152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headEnd type="triangle"/>
            <a:tailEnd type="triangle"/>
          </a:ln>
        </p:spPr>
      </p:sp>
      <p:sp>
        <p:nvSpPr>
          <p:cNvPr id="8" name="Nodo portada 3"/>
          <p:cNvSpPr txBox="1"/>
          <p:nvPr/>
        </p:nvSpPr>
        <p:spPr>
          <a:xfrm>
            <a:off x="4572000" y="2743200"/>
            <a:ext cx="1280160" cy="594360"/>
          </a:xfrm>
          <a:prstGeom prst="roundRect">
            <a:avLst>
              <a:gd name="adj" fmla="val 15385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Juan · 2</a:t>
            </a:r>
            <a:endParaRPr lang="en-US" sz="1600" dirty="0"/>
          </a:p>
        </p:txBody>
      </p:sp>
      <p:sp>
        <p:nvSpPr>
          <p:cNvPr id="9" name="Enlace portada 3"/>
          <p:cNvSpPr/>
          <p:nvPr/>
        </p:nvSpPr>
        <p:spPr>
          <a:xfrm>
            <a:off x="5852160" y="3040380"/>
            <a:ext cx="73152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headEnd type="triangle"/>
            <a:tailEnd type="triangle"/>
          </a:ln>
        </p:spPr>
      </p:sp>
      <p:sp>
        <p:nvSpPr>
          <p:cNvPr id="10" name="Nodo portada 4"/>
          <p:cNvSpPr txBox="1"/>
          <p:nvPr/>
        </p:nvSpPr>
        <p:spPr>
          <a:xfrm>
            <a:off x="6583680" y="2743200"/>
            <a:ext cx="1280160" cy="594360"/>
          </a:xfrm>
          <a:prstGeom prst="roundRect">
            <a:avLst>
              <a:gd name="adj" fmla="val 15385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Pedro · 1</a:t>
            </a:r>
            <a:endParaRPr lang="en-US" sz="1600" dirty="0"/>
          </a:p>
        </p:txBody>
      </p:sp>
      <p:sp>
        <p:nvSpPr>
          <p:cNvPr id="11" name="Equipo y curso"/>
          <p:cNvSpPr txBox="1"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Equipo 9 · Estructuras de Datos 2026-2027</a:t>
            </a:r>
            <a:endParaRPr lang="en-US" sz="1800" dirty="0"/>
          </a:p>
        </p:txBody>
      </p:sp>
      <p:sp>
        <p:nvSpPr>
          <p:cNvPr id="12" name="Integrantes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bg2"/>
                </a:solidFill>
              </a:rPr>
              <a:t>Isnaelys Temerez Rodriguez · Dalís Aladro Acosta · Adrián Felipe Armas García · Carlos Daniel Borrego Chang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Problemática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Planteamiento"/>
          <p:cNvSpPr txBox="1"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La sala de emergencias debe atender según la gravedad del paciente, no según quién llegó primero.</a:t>
            </a:r>
            <a:endParaRPr lang="en-US" sz="1800" dirty="0"/>
          </a:p>
        </p:txBody>
      </p:sp>
      <p:sp>
        <p:nvSpPr>
          <p:cNvPr id="4" name="Etiqueta datos"/>
          <p:cNvSpPr txBox="1"/>
          <p:nvPr/>
        </p:nvSpPr>
        <p:spPr>
          <a:xfrm>
            <a:off x="548640" y="1920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050"/>
                </a:solidFill>
              </a:rPr>
              <a:t>De cada paciente se guarda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5" name="Tarjeta dato 1"/>
          <p:cNvSpPr/>
          <p:nvPr/>
        </p:nvSpPr>
        <p:spPr>
          <a:xfrm>
            <a:off x="548640" y="22860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" name="Dato 1"/>
          <p:cNvSpPr txBox="1"/>
          <p:nvPr/>
        </p:nvSpPr>
        <p:spPr>
          <a:xfrm>
            <a:off x="685800" y="24303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Historial clínico</a:t>
            </a:r>
            <a:endParaRPr lang="en-US" sz="1400" dirty="0"/>
          </a:p>
        </p:txBody>
      </p:sp>
      <p:sp>
        <p:nvSpPr>
          <p:cNvPr id="7" name="Tipo dato 1"/>
          <p:cNvSpPr txBox="1"/>
          <p:nvPr/>
        </p:nvSpPr>
        <p:spPr>
          <a:xfrm>
            <a:off x="6858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</a:rPr>
              <a:t>texto</a:t>
            </a:r>
            <a:endParaRPr lang="en-US" sz="1200" dirty="0"/>
          </a:p>
        </p:txBody>
      </p:sp>
      <p:sp>
        <p:nvSpPr>
          <p:cNvPr id="8" name="Tarjeta dato 2"/>
          <p:cNvSpPr/>
          <p:nvPr/>
        </p:nvSpPr>
        <p:spPr>
          <a:xfrm>
            <a:off x="2606040" y="22860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Dato 2"/>
          <p:cNvSpPr txBox="1"/>
          <p:nvPr/>
        </p:nvSpPr>
        <p:spPr>
          <a:xfrm>
            <a:off x="274320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Nombre</a:t>
            </a:r>
            <a:endParaRPr lang="en-US" sz="1400" dirty="0"/>
          </a:p>
        </p:txBody>
      </p:sp>
      <p:sp>
        <p:nvSpPr>
          <p:cNvPr id="10" name="Tipo dato 2"/>
          <p:cNvSpPr txBox="1"/>
          <p:nvPr/>
        </p:nvSpPr>
        <p:spPr>
          <a:xfrm>
            <a:off x="2743200" y="2796177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</a:rPr>
              <a:t>texto</a:t>
            </a:r>
            <a:endParaRPr lang="en-US" sz="1200" dirty="0"/>
          </a:p>
        </p:txBody>
      </p:sp>
      <p:sp>
        <p:nvSpPr>
          <p:cNvPr id="11" name="Tarjeta dato 3"/>
          <p:cNvSpPr/>
          <p:nvPr/>
        </p:nvSpPr>
        <p:spPr>
          <a:xfrm>
            <a:off x="4663440" y="22860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2" name="Dato 3"/>
          <p:cNvSpPr txBox="1"/>
          <p:nvPr/>
        </p:nvSpPr>
        <p:spPr>
          <a:xfrm>
            <a:off x="480060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Nivel de prioridad</a:t>
            </a:r>
            <a:endParaRPr lang="en-US" sz="1400" dirty="0"/>
          </a:p>
        </p:txBody>
      </p:sp>
      <p:sp>
        <p:nvSpPr>
          <p:cNvPr id="13" name="Tipo dato 3"/>
          <p:cNvSpPr txBox="1"/>
          <p:nvPr/>
        </p:nvSpPr>
        <p:spPr>
          <a:xfrm>
            <a:off x="48006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</a:rPr>
              <a:t>de 1 a 5 (5 = más grave)</a:t>
            </a:r>
            <a:endParaRPr lang="en-US" sz="1200" dirty="0"/>
          </a:p>
        </p:txBody>
      </p:sp>
      <p:sp>
        <p:nvSpPr>
          <p:cNvPr id="14" name="Tarjeta dato 4"/>
          <p:cNvSpPr/>
          <p:nvPr/>
        </p:nvSpPr>
        <p:spPr>
          <a:xfrm>
            <a:off x="6720840" y="22860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Dato 4"/>
          <p:cNvSpPr txBox="1"/>
          <p:nvPr/>
        </p:nvSpPr>
        <p:spPr>
          <a:xfrm>
            <a:off x="685800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Minutos de espera</a:t>
            </a:r>
            <a:endParaRPr lang="en-US" sz="1400" dirty="0"/>
          </a:p>
        </p:txBody>
      </p:sp>
      <p:sp>
        <p:nvSpPr>
          <p:cNvPr id="16" name="Tipo dato 4"/>
          <p:cNvSpPr txBox="1"/>
          <p:nvPr/>
        </p:nvSpPr>
        <p:spPr>
          <a:xfrm>
            <a:off x="68580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</a:rPr>
              <a:t>número entero</a:t>
            </a:r>
            <a:endParaRPr lang="en-US" sz="1200" dirty="0"/>
          </a:p>
        </p:txBody>
      </p:sp>
      <p:sp>
        <p:nvSpPr>
          <p:cNvPr id="17" name="Etiqueta pedido"/>
          <p:cNvSpPr txBox="1"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Lo que se pide</a:t>
            </a:r>
            <a:endParaRPr lang="en-US" sz="1400" dirty="0"/>
          </a:p>
        </p:txBody>
      </p:sp>
      <p:sp>
        <p:nvSpPr>
          <p:cNvPr id="18" name="Tarjeta pedido a"/>
          <p:cNvSpPr/>
          <p:nvPr/>
        </p:nvSpPr>
        <p:spPr>
          <a:xfrm>
            <a:off x="548640" y="3794760"/>
            <a:ext cx="187488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Letra a"/>
          <p:cNvSpPr txBox="1"/>
          <p:nvPr/>
        </p:nvSpPr>
        <p:spPr>
          <a:xfrm>
            <a:off x="685800" y="393192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20" name="Pedido a"/>
          <p:cNvSpPr txBox="1"/>
          <p:nvPr/>
        </p:nvSpPr>
        <p:spPr>
          <a:xfrm>
            <a:off x="1188720" y="3794760"/>
            <a:ext cx="114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chemeClr val="tx2"/>
                </a:solidFill>
              </a:rPr>
              <a:t>Atender</a:t>
            </a:r>
            <a:r>
              <a:rPr lang="en-US" sz="1200" b="1" dirty="0">
                <a:solidFill>
                  <a:schemeClr val="tx2"/>
                </a:solidFill>
              </a:rPr>
              <a:t> siguiente paciente</a:t>
            </a:r>
            <a:endParaRPr lang="en-US" sz="1200" dirty="0"/>
          </a:p>
        </p:txBody>
      </p:sp>
      <p:sp>
        <p:nvSpPr>
          <p:cNvPr id="21" name="Tarjeta pedido b"/>
          <p:cNvSpPr/>
          <p:nvPr/>
        </p:nvSpPr>
        <p:spPr>
          <a:xfrm>
            <a:off x="2606400" y="3794760"/>
            <a:ext cx="187488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2" name="Letra b"/>
          <p:cNvSpPr txBox="1"/>
          <p:nvPr/>
        </p:nvSpPr>
        <p:spPr>
          <a:xfrm>
            <a:off x="2743560" y="393192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23" name="Pedido b"/>
          <p:cNvSpPr txBox="1"/>
          <p:nvPr/>
        </p:nvSpPr>
        <p:spPr>
          <a:xfrm>
            <a:off x="3246480" y="3794760"/>
            <a:ext cx="114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Insertar por prioridad</a:t>
            </a:r>
            <a:endParaRPr lang="en-US" sz="1200" dirty="0"/>
          </a:p>
        </p:txBody>
      </p:sp>
      <p:sp>
        <p:nvSpPr>
          <p:cNvPr id="24" name="Tarjeta pedido c"/>
          <p:cNvSpPr/>
          <p:nvPr/>
        </p:nvSpPr>
        <p:spPr>
          <a:xfrm>
            <a:off x="4664160" y="3794760"/>
            <a:ext cx="187488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5" name="Letra c"/>
          <p:cNvSpPr txBox="1"/>
          <p:nvPr/>
        </p:nvSpPr>
        <p:spPr>
          <a:xfrm>
            <a:off x="4801320" y="393192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26" name="Pedido c"/>
          <p:cNvSpPr txBox="1"/>
          <p:nvPr/>
        </p:nvSpPr>
        <p:spPr>
          <a:xfrm>
            <a:off x="5304240" y="3794760"/>
            <a:ext cx="114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Pacientes en espera crítica</a:t>
            </a:r>
            <a:endParaRPr lang="en-US" sz="1200" dirty="0"/>
          </a:p>
        </p:txBody>
      </p:sp>
      <p:sp>
        <p:nvSpPr>
          <p:cNvPr id="60" name="Tarjeta pedido d"/>
          <p:cNvSpPr/>
          <p:nvPr/>
        </p:nvSpPr>
        <p:spPr>
          <a:xfrm>
            <a:off x="6721920" y="3794760"/>
            <a:ext cx="187488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1" name="Letra d"/>
          <p:cNvSpPr txBox="1"/>
          <p:nvPr/>
        </p:nvSpPr>
        <p:spPr>
          <a:xfrm>
            <a:off x="6859080" y="393192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62" name="Pedido d"/>
          <p:cNvSpPr txBox="1"/>
          <p:nvPr/>
        </p:nvSpPr>
        <p:spPr>
          <a:xfrm>
            <a:off x="7362000" y="3794760"/>
            <a:ext cx="114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Reordenar por tiempo de espera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Lista doblemente enlazada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Etiqueta primero"/>
          <p:cNvSpPr txBox="1"/>
          <p:nvPr/>
        </p:nvSpPr>
        <p:spPr>
          <a:xfrm>
            <a:off x="1325880" y="1234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US" sz="1400" b="1" dirty="0">
                <a:solidFill>
                  <a:srgbClr val="00B050"/>
                </a:solidFill>
              </a:rPr>
              <a:t>c</a:t>
            </a:r>
            <a:r>
              <a:rPr lang="en-US" sz="1400" b="1" dirty="0" err="1">
                <a:solidFill>
                  <a:srgbClr val="00B050"/>
                </a:solidFill>
              </a:rPr>
              <a:t>abeza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4" name="Flecha primero"/>
          <p:cNvSpPr/>
          <p:nvPr/>
        </p:nvSpPr>
        <p:spPr>
          <a:xfrm>
            <a:off x="2103120" y="1554480"/>
            <a:ext cx="0" cy="201168"/>
          </a:xfrm>
          <a:prstGeom prst="line">
            <a:avLst/>
          </a:prstGeom>
          <a:noFill/>
          <a:ln w="25400">
            <a:solidFill>
              <a:srgbClr val="00B050"/>
            </a:solidFill>
            <a:prstDash val="solid"/>
            <a:tailEnd type="triangle"/>
          </a:ln>
        </p:spPr>
      </p:sp>
      <p:sp>
        <p:nvSpPr>
          <p:cNvPr id="5" name="Null izquierdo"/>
          <p:cNvSpPr txBox="1"/>
          <p:nvPr/>
        </p:nvSpPr>
        <p:spPr>
          <a:xfrm>
            <a:off x="54864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2D050"/>
                </a:solidFill>
              </a:rPr>
              <a:t>null</a:t>
            </a:r>
          </a:p>
        </p:txBody>
      </p:sp>
      <p:sp>
        <p:nvSpPr>
          <p:cNvPr id="6" name="Enlace null izquierdo"/>
          <p:cNvSpPr/>
          <p:nvPr/>
        </p:nvSpPr>
        <p:spPr>
          <a:xfrm>
            <a:off x="1051560" y="21488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7" name="Nodo 1"/>
          <p:cNvSpPr txBox="1"/>
          <p:nvPr/>
        </p:nvSpPr>
        <p:spPr>
          <a:xfrm>
            <a:off x="1325880" y="178308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Ana · 4</a:t>
            </a:r>
            <a:endParaRPr lang="en-US" sz="1600" dirty="0"/>
          </a:p>
        </p:txBody>
      </p:sp>
      <p:sp>
        <p:nvSpPr>
          <p:cNvPr id="8" name="Enlace doble 1"/>
          <p:cNvSpPr/>
          <p:nvPr/>
        </p:nvSpPr>
        <p:spPr>
          <a:xfrm>
            <a:off x="2880360" y="2148840"/>
            <a:ext cx="73152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9" name="Nodo 2"/>
          <p:cNvSpPr txBox="1"/>
          <p:nvPr/>
        </p:nvSpPr>
        <p:spPr>
          <a:xfrm>
            <a:off x="3611880" y="178308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Juan · 2</a:t>
            </a:r>
            <a:endParaRPr lang="en-US" sz="1600" dirty="0"/>
          </a:p>
        </p:txBody>
      </p:sp>
      <p:sp>
        <p:nvSpPr>
          <p:cNvPr id="10" name="Enlace doble 2"/>
          <p:cNvSpPr/>
          <p:nvPr/>
        </p:nvSpPr>
        <p:spPr>
          <a:xfrm>
            <a:off x="5166360" y="2148840"/>
            <a:ext cx="73152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11" name="Nodo 3"/>
          <p:cNvSpPr txBox="1"/>
          <p:nvPr/>
        </p:nvSpPr>
        <p:spPr>
          <a:xfrm>
            <a:off x="5897880" y="178308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Pedro · 1</a:t>
            </a:r>
            <a:endParaRPr lang="en-US" sz="1600" dirty="0"/>
          </a:p>
        </p:txBody>
      </p:sp>
      <p:sp>
        <p:nvSpPr>
          <p:cNvPr id="12" name="Enlace null derecho"/>
          <p:cNvSpPr/>
          <p:nvPr/>
        </p:nvSpPr>
        <p:spPr>
          <a:xfrm>
            <a:off x="7452360" y="21488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Null derecho"/>
          <p:cNvSpPr txBox="1"/>
          <p:nvPr/>
        </p:nvSpPr>
        <p:spPr>
          <a:xfrm>
            <a:off x="7818120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2D050"/>
                </a:solidFill>
              </a:rPr>
              <a:t>null</a:t>
            </a:r>
          </a:p>
        </p:txBody>
      </p:sp>
      <p:sp>
        <p:nvSpPr>
          <p:cNvPr id="14" name="Tarjeta campo dato"/>
          <p:cNvSpPr/>
          <p:nvPr/>
        </p:nvSpPr>
        <p:spPr>
          <a:xfrm>
            <a:off x="5486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5" name="Campo dato"/>
          <p:cNvSpPr txBox="1"/>
          <p:nvPr/>
        </p:nvSpPr>
        <p:spPr>
          <a:xfrm>
            <a:off x="73152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050"/>
                </a:solidFill>
              </a:rPr>
              <a:t>dato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16" name="Descripción dato"/>
          <p:cNvSpPr txBox="1"/>
          <p:nvPr/>
        </p:nvSpPr>
        <p:spPr>
          <a:xfrm>
            <a:off x="731520" y="3520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El paciente que guarda el nodo.</a:t>
            </a:r>
            <a:endParaRPr lang="en-US" sz="1400" dirty="0"/>
          </a:p>
        </p:txBody>
      </p:sp>
      <p:sp>
        <p:nvSpPr>
          <p:cNvPr id="17" name="Tarjeta campo siguiente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8" name="Campo siguiente"/>
          <p:cNvSpPr txBox="1"/>
          <p:nvPr/>
        </p:nvSpPr>
        <p:spPr>
          <a:xfrm>
            <a:off x="347472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US" b="1">
                <a:solidFill>
                  <a:srgbClr val="00B050"/>
                </a:solidFill>
              </a:rPr>
              <a:t>siguiente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19" name="Descripción siguiente"/>
          <p:cNvSpPr txBox="1"/>
          <p:nvPr/>
        </p:nvSpPr>
        <p:spPr>
          <a:xfrm>
            <a:off x="3474720" y="3520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Apunta al nodo de adelante (null si es el último).</a:t>
            </a:r>
            <a:endParaRPr lang="en-US" sz="1400" dirty="0"/>
          </a:p>
        </p:txBody>
      </p:sp>
      <p:sp>
        <p:nvSpPr>
          <p:cNvPr id="20" name="Tarjeta campo anterior"/>
          <p:cNvSpPr/>
          <p:nvPr/>
        </p:nvSpPr>
        <p:spPr>
          <a:xfrm>
            <a:off x="60350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1" name="Campo anterior"/>
          <p:cNvSpPr txBox="1"/>
          <p:nvPr/>
        </p:nvSpPr>
        <p:spPr>
          <a:xfrm>
            <a:off x="621792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US" b="1" dirty="0">
                <a:solidFill>
                  <a:srgbClr val="00B050"/>
                </a:solidFill>
              </a:rPr>
              <a:t>a</a:t>
            </a:r>
            <a:r>
              <a:rPr lang="en-US" b="1" dirty="0" err="1">
                <a:solidFill>
                  <a:srgbClr val="00B050"/>
                </a:solidFill>
              </a:rPr>
              <a:t>nterior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22" name="Descripción anterior"/>
          <p:cNvSpPr txBox="1"/>
          <p:nvPr/>
        </p:nvSpPr>
        <p:spPr>
          <a:xfrm>
            <a:off x="6217920" y="3520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Apunta al nodo de atrás (null si es el primero).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52B3CB2-A081-2406-5426-D2AF24055C1A}"/>
              </a:ext>
            </a:extLst>
          </p:cNvPr>
          <p:cNvSpPr txBox="1"/>
          <p:nvPr/>
        </p:nvSpPr>
        <p:spPr>
          <a:xfrm>
            <a:off x="690225" y="73643"/>
            <a:ext cx="664562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B050"/>
                </a:solidFill>
              </a:rPr>
              <a:t>Por </a:t>
            </a:r>
            <a:r>
              <a:rPr lang="en-US" sz="3400" b="1" dirty="0" err="1">
                <a:solidFill>
                  <a:srgbClr val="00B050"/>
                </a:solidFill>
              </a:rPr>
              <a:t>qué</a:t>
            </a:r>
            <a:r>
              <a:rPr lang="en-US" sz="3400" b="1" dirty="0">
                <a:solidFill>
                  <a:srgbClr val="00B050"/>
                </a:solidFill>
              </a:rPr>
              <a:t> usar Lista </a:t>
            </a:r>
            <a:r>
              <a:rPr lang="en-US" sz="3400" b="1" dirty="0" err="1">
                <a:solidFill>
                  <a:srgbClr val="00B050"/>
                </a:solidFill>
              </a:rPr>
              <a:t>Doblemente</a:t>
            </a:r>
            <a:r>
              <a:rPr lang="en-US" sz="3400" b="1" dirty="0">
                <a:solidFill>
                  <a:srgbClr val="00B050"/>
                </a:solidFill>
              </a:rPr>
              <a:t> </a:t>
            </a:r>
            <a:r>
              <a:rPr lang="en-US" sz="3400" b="1" dirty="0" err="1">
                <a:solidFill>
                  <a:srgbClr val="00B050"/>
                </a:solidFill>
              </a:rPr>
              <a:t>Enlazada</a:t>
            </a:r>
            <a:r>
              <a:rPr lang="en-US" sz="3400" b="1" dirty="0">
                <a:solidFill>
                  <a:srgbClr val="00B050"/>
                </a:solidFill>
              </a:rPr>
              <a:t>?</a:t>
            </a:r>
            <a:endParaRPr lang="en-US" dirty="0"/>
          </a:p>
        </p:txBody>
      </p:sp>
      <p:sp>
        <p:nvSpPr>
          <p:cNvPr id="5" name="Tarjeta clase Paciente">
            <a:extLst>
              <a:ext uri="{FF2B5EF4-FFF2-40B4-BE49-F238E27FC236}">
                <a16:creationId xmlns:a16="http://schemas.microsoft.com/office/drawing/2014/main" id="{90920FD1-F3A0-8053-8396-7DD636C89497}"/>
              </a:ext>
            </a:extLst>
          </p:cNvPr>
          <p:cNvSpPr/>
          <p:nvPr/>
        </p:nvSpPr>
        <p:spPr>
          <a:xfrm>
            <a:off x="1445342" y="1406308"/>
            <a:ext cx="2103120" cy="1165442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/>
          <a:lstStyle/>
          <a:p>
            <a:pPr algn="ctr"/>
            <a:r>
              <a:rPr lang="en-US" dirty="0" err="1"/>
              <a:t>Inserci</a:t>
            </a:r>
            <a:r>
              <a:rPr lang="es-ES" dirty="0" err="1"/>
              <a:t>ón</a:t>
            </a:r>
            <a:r>
              <a:rPr lang="es-ES" dirty="0"/>
              <a:t> Ordenada en Cualquier Posición</a:t>
            </a:r>
            <a:endParaRPr lang="en-US" dirty="0"/>
          </a:p>
        </p:txBody>
      </p:sp>
      <p:sp>
        <p:nvSpPr>
          <p:cNvPr id="7" name="Tarjeta clase Paciente">
            <a:extLst>
              <a:ext uri="{FF2B5EF4-FFF2-40B4-BE49-F238E27FC236}">
                <a16:creationId xmlns:a16="http://schemas.microsoft.com/office/drawing/2014/main" id="{15646FD0-E850-FB6A-CBCD-AFEFF9AD6850}"/>
              </a:ext>
            </a:extLst>
          </p:cNvPr>
          <p:cNvSpPr/>
          <p:nvPr/>
        </p:nvSpPr>
        <p:spPr>
          <a:xfrm>
            <a:off x="5232728" y="1406308"/>
            <a:ext cx="2103120" cy="1086861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/>
          <a:lstStyle/>
          <a:p>
            <a:pPr algn="ctr"/>
            <a:r>
              <a:rPr lang="es-ES" dirty="0"/>
              <a:t>Recorridos Bidireccionales </a:t>
            </a:r>
            <a:endParaRPr lang="en-US" dirty="0"/>
          </a:p>
        </p:txBody>
      </p:sp>
      <p:sp>
        <p:nvSpPr>
          <p:cNvPr id="9" name="Tarjeta clase Paciente">
            <a:extLst>
              <a:ext uri="{FF2B5EF4-FFF2-40B4-BE49-F238E27FC236}">
                <a16:creationId xmlns:a16="http://schemas.microsoft.com/office/drawing/2014/main" id="{2B771896-90A7-3FE7-732C-DC48113008FC}"/>
              </a:ext>
            </a:extLst>
          </p:cNvPr>
          <p:cNvSpPr/>
          <p:nvPr/>
        </p:nvSpPr>
        <p:spPr>
          <a:xfrm>
            <a:off x="1445342" y="3248578"/>
            <a:ext cx="2103120" cy="97337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/>
          <a:lstStyle/>
          <a:p>
            <a:pPr algn="ctr"/>
            <a:r>
              <a:rPr lang="es-ES" dirty="0"/>
              <a:t>Reordenamiento </a:t>
            </a:r>
          </a:p>
          <a:p>
            <a:pPr algn="ctr"/>
            <a:r>
              <a:rPr lang="es-ES" dirty="0"/>
              <a:t>Flexible </a:t>
            </a:r>
            <a:endParaRPr lang="en-US" dirty="0"/>
          </a:p>
        </p:txBody>
      </p:sp>
      <p:sp>
        <p:nvSpPr>
          <p:cNvPr id="13" name="Tarjeta clase Paciente">
            <a:extLst>
              <a:ext uri="{FF2B5EF4-FFF2-40B4-BE49-F238E27FC236}">
                <a16:creationId xmlns:a16="http://schemas.microsoft.com/office/drawing/2014/main" id="{20B5D26E-3E86-B6A6-1828-291DAB288A05}"/>
              </a:ext>
            </a:extLst>
          </p:cNvPr>
          <p:cNvSpPr/>
          <p:nvPr/>
        </p:nvSpPr>
        <p:spPr>
          <a:xfrm>
            <a:off x="5232728" y="3248578"/>
            <a:ext cx="2103120" cy="97337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/>
          <a:lstStyle/>
          <a:p>
            <a:pPr algn="ctr"/>
            <a:r>
              <a:rPr lang="es-ES" dirty="0"/>
              <a:t>Crecimiento Dinámico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264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7297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Diseño del proyecto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Tarjeta clase Paciente"/>
          <p:cNvSpPr/>
          <p:nvPr/>
        </p:nvSpPr>
        <p:spPr>
          <a:xfrm>
            <a:off x="548640" y="1280160"/>
            <a:ext cx="21031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4" name="Clase Paciente"/>
          <p:cNvSpPr txBox="1"/>
          <p:nvPr/>
        </p:nvSpPr>
        <p:spPr>
          <a:xfrm>
            <a:off x="6858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050"/>
                </a:solidFill>
              </a:rPr>
              <a:t>Paciente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5" name="Descripción Paciente"/>
          <p:cNvSpPr txBox="1"/>
          <p:nvPr/>
        </p:nvSpPr>
        <p:spPr>
          <a:xfrm>
            <a:off x="68580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Datos del paciente: historial, nombre, prioridad y espera.</a:t>
            </a:r>
            <a:endParaRPr lang="en-US" sz="1400" dirty="0"/>
          </a:p>
        </p:txBody>
      </p:sp>
      <p:sp>
        <p:nvSpPr>
          <p:cNvPr id="6" name="Tarjeta clase NodoDoble"/>
          <p:cNvSpPr/>
          <p:nvPr/>
        </p:nvSpPr>
        <p:spPr>
          <a:xfrm>
            <a:off x="2834640" y="1280160"/>
            <a:ext cx="21031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7" name="Clase NodoDoble"/>
          <p:cNvSpPr txBox="1"/>
          <p:nvPr/>
        </p:nvSpPr>
        <p:spPr>
          <a:xfrm>
            <a:off x="29718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050"/>
                </a:solidFill>
              </a:rPr>
              <a:t>Nodo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8" name="Descripción NodoDoble"/>
          <p:cNvSpPr txBox="1"/>
          <p:nvPr/>
        </p:nvSpPr>
        <p:spPr>
          <a:xfrm>
            <a:off x="297180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Nodo con el paciente y dos enlaces: </a:t>
            </a:r>
            <a:r>
              <a:rPr lang="en-US" sz="1400" dirty="0" err="1"/>
              <a:t>siguiente</a:t>
            </a:r>
            <a:r>
              <a:rPr lang="en-US" sz="1400" dirty="0">
                <a:solidFill>
                  <a:schemeClr val="tx1"/>
                </a:solidFill>
              </a:rPr>
              <a:t> y </a:t>
            </a:r>
            <a:r>
              <a:rPr lang="en-US" sz="1400" dirty="0"/>
              <a:t>anterior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9" name="Tarjeta clase HospitalEmergency"/>
          <p:cNvSpPr/>
          <p:nvPr/>
        </p:nvSpPr>
        <p:spPr>
          <a:xfrm>
            <a:off x="548640" y="2926080"/>
            <a:ext cx="21031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0" name="Clase HospitalEmergency"/>
          <p:cNvSpPr txBox="1"/>
          <p:nvPr/>
        </p:nvSpPr>
        <p:spPr>
          <a:xfrm>
            <a:off x="6858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US" sz="1500" b="1" dirty="0">
                <a:solidFill>
                  <a:srgbClr val="00B050"/>
                </a:solidFill>
              </a:rPr>
              <a:t>H</a:t>
            </a:r>
            <a:r>
              <a:rPr lang="en-US" sz="1500" b="1" dirty="0" err="1">
                <a:solidFill>
                  <a:srgbClr val="00B050"/>
                </a:solidFill>
              </a:rPr>
              <a:t>ospitalEmergency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11" name="Descripción HospitalEmergency"/>
          <p:cNvSpPr txBox="1"/>
          <p:nvPr/>
        </p:nvSpPr>
        <p:spPr>
          <a:xfrm>
            <a:off x="685800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Lista doblemente enlazada: </a:t>
            </a:r>
            <a:r>
              <a:rPr lang="en-US" sz="1400" dirty="0" err="1">
                <a:solidFill>
                  <a:schemeClr val="tx1"/>
                </a:solidFill>
              </a:rPr>
              <a:t>guarda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/>
              <a:t>cabeza</a:t>
            </a:r>
            <a:r>
              <a:rPr lang="en-US" sz="1400" dirty="0">
                <a:solidFill>
                  <a:schemeClr val="tx1"/>
                </a:solidFill>
              </a:rPr>
              <a:t>, cola y </a:t>
            </a:r>
            <a:r>
              <a:rPr lang="en-US" sz="1400" dirty="0" err="1"/>
              <a:t>tamano</a:t>
            </a:r>
            <a:r>
              <a:rPr lang="en-US" sz="1400" dirty="0">
                <a:solidFill>
                  <a:schemeClr val="tx1"/>
                </a:solidFill>
              </a:rPr>
              <a:t>, y tiene las operaciones.</a:t>
            </a:r>
            <a:endParaRPr lang="en-US" sz="1400" dirty="0"/>
          </a:p>
        </p:txBody>
      </p:sp>
      <p:sp>
        <p:nvSpPr>
          <p:cNvPr id="12" name="Tarjeta clase Main"/>
          <p:cNvSpPr/>
          <p:nvPr/>
        </p:nvSpPr>
        <p:spPr>
          <a:xfrm>
            <a:off x="2834640" y="2926080"/>
            <a:ext cx="21031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3" name="Clase Main"/>
          <p:cNvSpPr txBox="1"/>
          <p:nvPr/>
        </p:nvSpPr>
        <p:spPr>
          <a:xfrm>
            <a:off x="29718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US" sz="1500" b="1" dirty="0">
                <a:solidFill>
                  <a:srgbClr val="00B050"/>
                </a:solidFill>
              </a:rPr>
              <a:t>M</a:t>
            </a:r>
            <a:r>
              <a:rPr lang="en-US" sz="1500" b="1" dirty="0" err="1">
                <a:solidFill>
                  <a:srgbClr val="00B050"/>
                </a:solidFill>
              </a:rPr>
              <a:t>ain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14" name="Descripción Main"/>
          <p:cNvSpPr txBox="1"/>
          <p:nvPr/>
        </p:nvSpPr>
        <p:spPr>
          <a:xfrm>
            <a:off x="2971800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Clase principal: ejecuta 4 casos positivos y 3 negativos.</a:t>
            </a:r>
            <a:endParaRPr lang="en-US" sz="1400" dirty="0"/>
          </a:p>
        </p:txBody>
      </p:sp>
      <p:sp>
        <p:nvSpPr>
          <p:cNvPr id="15" name="Panel criterio de prioridad"/>
          <p:cNvSpPr/>
          <p:nvPr/>
        </p:nvSpPr>
        <p:spPr>
          <a:xfrm>
            <a:off x="5212080" y="1280160"/>
            <a:ext cx="3383280" cy="3154680"/>
          </a:xfrm>
          <a:prstGeom prst="roundRect">
            <a:avLst>
              <a:gd name="adj" fmla="val 2899"/>
            </a:avLst>
          </a:prstGeom>
          <a:solidFill>
            <a:schemeClr val="accent4">
              <a:lumMod val="50000"/>
            </a:schemeClr>
          </a:solidFill>
          <a:ln/>
        </p:spPr>
      </p:sp>
      <p:sp>
        <p:nvSpPr>
          <p:cNvPr id="16" name="Título criterio"/>
          <p:cNvSpPr txBox="1"/>
          <p:nvPr/>
        </p:nvSpPr>
        <p:spPr>
          <a:xfrm>
            <a:off x="544068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Criterio de prioridad</a:t>
            </a:r>
            <a:endParaRPr lang="en-US" sz="1800" dirty="0"/>
          </a:p>
        </p:txBody>
      </p:sp>
      <p:sp>
        <p:nvSpPr>
          <p:cNvPr id="17" name="Prioridad 1"/>
          <p:cNvSpPr txBox="1"/>
          <p:nvPr/>
        </p:nvSpPr>
        <p:spPr>
          <a:xfrm>
            <a:off x="5458968" y="2011680"/>
            <a:ext cx="457200" cy="457200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5</a:t>
            </a:r>
            <a:endParaRPr lang="en-US" sz="1800" dirty="0"/>
          </a:p>
        </p:txBody>
      </p:sp>
      <p:sp>
        <p:nvSpPr>
          <p:cNvPr id="18" name="Prioridad 2"/>
          <p:cNvSpPr txBox="1"/>
          <p:nvPr/>
        </p:nvSpPr>
        <p:spPr>
          <a:xfrm>
            <a:off x="6062472" y="201168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Prioridad 3"/>
          <p:cNvSpPr txBox="1"/>
          <p:nvPr/>
        </p:nvSpPr>
        <p:spPr>
          <a:xfrm>
            <a:off x="6665976" y="201168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Prioridad 4"/>
          <p:cNvSpPr txBox="1"/>
          <p:nvPr/>
        </p:nvSpPr>
        <p:spPr>
          <a:xfrm>
            <a:off x="7269480" y="201168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Prioridad 5"/>
          <p:cNvSpPr txBox="1"/>
          <p:nvPr/>
        </p:nvSpPr>
        <p:spPr>
          <a:xfrm>
            <a:off x="7872984" y="201168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22" name="Regla de prioridad"/>
          <p:cNvSpPr txBox="1"/>
          <p:nvPr/>
        </p:nvSpPr>
        <p:spPr>
          <a:xfrm>
            <a:off x="5440680" y="2651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5 = más urgente: va al inicio de la lista.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1 = menos urgente: va al final.</a:t>
            </a:r>
            <a:endParaRPr lang="en-US" sz="1400" dirty="0"/>
          </a:p>
        </p:txBody>
      </p:sp>
      <p:sp>
        <p:nvSpPr>
          <p:cNvPr id="23" name="Regla de empate"/>
          <p:cNvSpPr txBox="1"/>
          <p:nvPr/>
        </p:nvSpPr>
        <p:spPr>
          <a:xfrm>
            <a:off x="5440680" y="3520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Si dos pacientes tienen la misma prioridad, se atiende primero al que llegó antes.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a) Atender siguiente paciente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Paso 1"/>
          <p:cNvSpPr txBox="1"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o paso 1"/>
          <p:cNvSpPr txBox="1"/>
          <p:nvPr/>
        </p:nvSpPr>
        <p:spPr>
          <a:xfrm>
            <a:off x="1097280" y="1143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Si la lista está </a:t>
            </a:r>
            <a:r>
              <a:rPr lang="en-US" sz="1500" dirty="0" err="1">
                <a:solidFill>
                  <a:schemeClr val="tx1"/>
                </a:solidFill>
              </a:rPr>
              <a:t>vacía</a:t>
            </a:r>
            <a:r>
              <a:rPr lang="en-US" sz="1500" dirty="0">
                <a:solidFill>
                  <a:schemeClr val="tx1"/>
                </a:solidFill>
              </a:rPr>
              <a:t> (</a:t>
            </a:r>
            <a:r>
              <a:rPr lang="en-US" sz="1500" dirty="0"/>
              <a:t>cabeza</a:t>
            </a:r>
            <a:r>
              <a:rPr lang="en-US" sz="1500" dirty="0">
                <a:solidFill>
                  <a:schemeClr val="tx1"/>
                </a:solidFill>
              </a:rPr>
              <a:t> == null): devuelve null.</a:t>
            </a:r>
            <a:endParaRPr lang="en-US" sz="1500" dirty="0"/>
          </a:p>
        </p:txBody>
      </p:sp>
      <p:sp>
        <p:nvSpPr>
          <p:cNvPr id="5" name="Paso 2"/>
          <p:cNvSpPr txBox="1"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o paso 2"/>
          <p:cNvSpPr txBox="1"/>
          <p:nvPr/>
        </p:nvSpPr>
        <p:spPr>
          <a:xfrm>
            <a:off x="1097280" y="2011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Guarda el paciente del primer nodo.</a:t>
            </a:r>
            <a:endParaRPr lang="en-US" sz="1500" dirty="0"/>
          </a:p>
        </p:txBody>
      </p:sp>
      <p:sp>
        <p:nvSpPr>
          <p:cNvPr id="7" name="Paso 3"/>
          <p:cNvSpPr txBox="1"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o paso 3"/>
          <p:cNvSpPr txBox="1"/>
          <p:nvPr/>
        </p:nvSpPr>
        <p:spPr>
          <a:xfrm>
            <a:off x="1097280" y="2880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 err="1">
                <a:solidFill>
                  <a:schemeClr val="tx1"/>
                </a:solidFill>
              </a:rPr>
              <a:t>Mueve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/>
              <a:t>cabeza</a:t>
            </a:r>
            <a:r>
              <a:rPr lang="en-US" sz="1500" dirty="0">
                <a:solidFill>
                  <a:schemeClr val="tx1"/>
                </a:solidFill>
              </a:rPr>
              <a:t> al nodo siguiente.</a:t>
            </a:r>
            <a:endParaRPr lang="en-US" sz="1500" dirty="0"/>
          </a:p>
        </p:txBody>
      </p:sp>
      <p:sp>
        <p:nvSpPr>
          <p:cNvPr id="9" name="Paso 4"/>
          <p:cNvSpPr txBox="1"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o paso 4"/>
          <p:cNvSpPr txBox="1"/>
          <p:nvPr/>
        </p:nvSpPr>
        <p:spPr>
          <a:xfrm>
            <a:off x="1097280" y="3749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Pone </a:t>
            </a:r>
            <a:r>
              <a:rPr lang="en-US" sz="1500" dirty="0"/>
              <a:t>anterior</a:t>
            </a:r>
            <a:r>
              <a:rPr lang="en-US" sz="1500" dirty="0">
                <a:solidFill>
                  <a:schemeClr val="tx1"/>
                </a:solidFill>
              </a:rPr>
              <a:t> = null </a:t>
            </a:r>
            <a:r>
              <a:rPr lang="en-US" sz="1500" dirty="0" err="1">
                <a:solidFill>
                  <a:schemeClr val="tx1"/>
                </a:solidFill>
              </a:rPr>
              <a:t>en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/>
              <a:t>la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 err="1">
                <a:solidFill>
                  <a:schemeClr val="tx1"/>
                </a:solidFill>
              </a:rPr>
              <a:t>nueva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/>
              <a:t>cabeza</a:t>
            </a:r>
            <a:r>
              <a:rPr lang="en-US" sz="1500" dirty="0">
                <a:solidFill>
                  <a:schemeClr val="tx1"/>
                </a:solidFill>
              </a:rPr>
              <a:t> (o </a:t>
            </a:r>
            <a:r>
              <a:rPr lang="en-US" sz="1500" dirty="0"/>
              <a:t>cola </a:t>
            </a:r>
            <a:r>
              <a:rPr lang="en-US" sz="1500" dirty="0">
                <a:solidFill>
                  <a:schemeClr val="tx1"/>
                </a:solidFill>
              </a:rPr>
              <a:t>= null si quedó vacía) y resta 1 a </a:t>
            </a:r>
            <a:r>
              <a:rPr lang="en-US" sz="1500" dirty="0" err="1"/>
              <a:t>tamano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1" name="Tarjeta código atender"/>
          <p:cNvSpPr/>
          <p:nvPr/>
        </p:nvSpPr>
        <p:spPr>
          <a:xfrm>
            <a:off x="4846320" y="960120"/>
            <a:ext cx="3749040" cy="3673202"/>
          </a:xfrm>
          <a:prstGeom prst="roundRect">
            <a:avLst>
              <a:gd name="adj" fmla="val 3333"/>
            </a:avLst>
          </a:prstGeom>
          <a:solidFill>
            <a:schemeClr val="accent4">
              <a:lumMod val="50000"/>
            </a:schemeClr>
          </a:solidFill>
          <a:ln/>
        </p:spPr>
      </p:sp>
      <p:sp>
        <p:nvSpPr>
          <p:cNvPr id="12" name="Nombre del método"/>
          <p:cNvSpPr txBox="1"/>
          <p:nvPr/>
        </p:nvSpPr>
        <p:spPr>
          <a:xfrm>
            <a:off x="5074920" y="100155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 err="1">
                <a:solidFill>
                  <a:schemeClr val="bg1"/>
                </a:solidFill>
              </a:rPr>
              <a:t>AtenderSiguientePaciente</a:t>
            </a:r>
            <a:r>
              <a:rPr lang="en-US" b="1" dirty="0">
                <a:solidFill>
                  <a:schemeClr val="bg1"/>
                </a:solidFill>
              </a:rPr>
              <a:t>()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ódigo atender"/>
          <p:cNvSpPr txBox="1"/>
          <p:nvPr/>
        </p:nvSpPr>
        <p:spPr>
          <a:xfrm>
            <a:off x="4983480" y="1355998"/>
            <a:ext cx="3383280" cy="3216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 </a:t>
            </a:r>
            <a:r>
              <a:rPr lang="en-US" dirty="0">
                <a:solidFill>
                  <a:schemeClr val="bg1"/>
                </a:solidFill>
              </a:rPr>
              <a:t>if (cabeza == null) return null;      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</a:t>
            </a:r>
            <a:r>
              <a:rPr lang="en-US" dirty="0" err="1">
                <a:solidFill>
                  <a:schemeClr val="bg1"/>
                </a:solidFill>
              </a:rPr>
              <a:t>Paciente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atendido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cabeza.dato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cabeza = </a:t>
            </a:r>
            <a:r>
              <a:rPr lang="en-US" dirty="0" err="1">
                <a:solidFill>
                  <a:schemeClr val="bg1"/>
                </a:solidFill>
              </a:rPr>
              <a:t>cabeza.siguiente</a:t>
            </a:r>
            <a:r>
              <a:rPr lang="en-US" dirty="0">
                <a:solidFill>
                  <a:schemeClr val="bg1"/>
                </a:solidFill>
              </a:rPr>
              <a:t>;                   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if (cabeza != null) </a:t>
            </a:r>
            <a:r>
              <a:rPr lang="en-US" dirty="0" err="1">
                <a:solidFill>
                  <a:schemeClr val="bg1"/>
                </a:solidFill>
              </a:rPr>
              <a:t>cabeza.anterior</a:t>
            </a:r>
            <a:r>
              <a:rPr lang="en-US" dirty="0">
                <a:solidFill>
                  <a:schemeClr val="bg1"/>
                </a:solidFill>
              </a:rPr>
              <a:t> = null; 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else cola = null;                   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</a:t>
            </a:r>
            <a:r>
              <a:rPr lang="en-US" dirty="0" err="1">
                <a:solidFill>
                  <a:schemeClr val="bg1"/>
                </a:solidFill>
              </a:rPr>
              <a:t>tamano</a:t>
            </a:r>
            <a:r>
              <a:rPr lang="en-US" dirty="0">
                <a:solidFill>
                  <a:schemeClr val="bg1"/>
                </a:solidFill>
              </a:rPr>
              <a:t>--;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return </a:t>
            </a:r>
            <a:r>
              <a:rPr lang="en-US" dirty="0" err="1">
                <a:solidFill>
                  <a:schemeClr val="bg1"/>
                </a:solidFill>
              </a:rPr>
              <a:t>atendido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r>
              <a:rPr lang="en-US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b) Insertar por prioridad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Tarjeta caso 1"/>
          <p:cNvSpPr/>
          <p:nvPr/>
        </p:nvSpPr>
        <p:spPr>
          <a:xfrm>
            <a:off x="5486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4" name="Número caso 1"/>
          <p:cNvSpPr txBox="1"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ítulo caso 1"/>
          <p:cNvSpPr txBox="1"/>
          <p:nvPr/>
        </p:nvSpPr>
        <p:spPr>
          <a:xfrm>
            <a:off x="7315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Lista vacía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" name="Descripción caso 1"/>
          <p:cNvSpPr txBox="1"/>
          <p:nvPr/>
        </p:nvSpPr>
        <p:spPr>
          <a:xfrm>
            <a:off x="7315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El nuevo paciente pasa a ser el primero.</a:t>
            </a:r>
            <a:endParaRPr lang="en-US" sz="1400" dirty="0"/>
          </a:p>
        </p:txBody>
      </p:sp>
      <p:sp>
        <p:nvSpPr>
          <p:cNvPr id="7" name="Tarjeta caso 2"/>
          <p:cNvSpPr/>
          <p:nvPr/>
        </p:nvSpPr>
        <p:spPr>
          <a:xfrm>
            <a:off x="32918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8" name="Número caso 2"/>
          <p:cNvSpPr txBox="1"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ítulo caso 2"/>
          <p:cNvSpPr txBox="1"/>
          <p:nvPr/>
        </p:nvSpPr>
        <p:spPr>
          <a:xfrm>
            <a:off x="34747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Mayor prioridad que el primero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0" name="Descripción caso 2"/>
          <p:cNvSpPr txBox="1"/>
          <p:nvPr/>
        </p:nvSpPr>
        <p:spPr>
          <a:xfrm>
            <a:off x="34747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 coloca al inicio y el antiguo primero queda detrás.</a:t>
            </a:r>
            <a:endParaRPr lang="en-US" sz="1400" dirty="0"/>
          </a:p>
        </p:txBody>
      </p:sp>
      <p:sp>
        <p:nvSpPr>
          <p:cNvPr id="11" name="Tarjeta caso 3"/>
          <p:cNvSpPr/>
          <p:nvPr/>
        </p:nvSpPr>
        <p:spPr>
          <a:xfrm>
            <a:off x="60350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2" name="Número caso 3"/>
          <p:cNvSpPr txBox="1"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ítulo caso 3"/>
          <p:cNvSpPr txBox="1"/>
          <p:nvPr/>
        </p:nvSpPr>
        <p:spPr>
          <a:xfrm>
            <a:off x="62179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Medio o final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4" name="Descripción caso 3"/>
          <p:cNvSpPr txBox="1"/>
          <p:nvPr/>
        </p:nvSpPr>
        <p:spPr>
          <a:xfrm>
            <a:off x="62179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 recorre hasta su lugar y se enlaza entre dos nodos.</a:t>
            </a:r>
            <a:endParaRPr lang="en-US" sz="1400" dirty="0"/>
          </a:p>
        </p:txBody>
      </p:sp>
      <p:sp>
        <p:nvSpPr>
          <p:cNvPr id="15" name="Tarjeta empate"/>
          <p:cNvSpPr/>
          <p:nvPr/>
        </p:nvSpPr>
        <p:spPr>
          <a:xfrm>
            <a:off x="548640" y="3657600"/>
            <a:ext cx="39319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6" name="Nota empate"/>
          <p:cNvSpPr txBox="1"/>
          <p:nvPr/>
        </p:nvSpPr>
        <p:spPr>
          <a:xfrm>
            <a:off x="666206" y="3611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Empate: el nuevo queda detrás del que ya estaba (se usa &gt;=).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1DAF1A45-8B12-2819-39D6-E2CD0A6E0308}"/>
              </a:ext>
            </a:extLst>
          </p:cNvPr>
          <p:cNvSpPr/>
          <p:nvPr/>
        </p:nvSpPr>
        <p:spPr>
          <a:xfrm>
            <a:off x="4920343" y="3703320"/>
            <a:ext cx="3557451" cy="80191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BD23D2A-E10E-0E2C-C964-65CFDC3C8E98}"/>
              </a:ext>
            </a:extLst>
          </p:cNvPr>
          <p:cNvSpPr txBox="1"/>
          <p:nvPr/>
        </p:nvSpPr>
        <p:spPr>
          <a:xfrm>
            <a:off x="5457371" y="3897086"/>
            <a:ext cx="2293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dirty="0">
                <a:hlinkClick r:id="rId2" action="ppaction://hlinksldjump"/>
              </a:rPr>
              <a:t>Código implementado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8C3E22C-8F66-253F-9B67-6FD1768B8808}"/>
              </a:ext>
            </a:extLst>
          </p:cNvPr>
          <p:cNvSpPr/>
          <p:nvPr/>
        </p:nvSpPr>
        <p:spPr>
          <a:xfrm>
            <a:off x="72572" y="186744"/>
            <a:ext cx="4347028" cy="4651829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6679B04-FC47-469D-D128-E4AAA18249E3}"/>
              </a:ext>
            </a:extLst>
          </p:cNvPr>
          <p:cNvSpPr txBox="1"/>
          <p:nvPr/>
        </p:nvSpPr>
        <p:spPr>
          <a:xfrm>
            <a:off x="283029" y="371146"/>
            <a:ext cx="3926113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 </a:t>
            </a:r>
            <a:r>
              <a:rPr lang="es-ES" sz="1600" dirty="0" err="1">
                <a:solidFill>
                  <a:schemeClr val="bg1"/>
                </a:solidFill>
              </a:rPr>
              <a:t>public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void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InsertarPorPrioridad</a:t>
            </a:r>
            <a:r>
              <a:rPr lang="es-ES" sz="1600" dirty="0">
                <a:solidFill>
                  <a:schemeClr val="bg1"/>
                </a:solidFill>
              </a:rPr>
              <a:t>(Paciente nuevo) {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</a:t>
            </a:r>
            <a:r>
              <a:rPr lang="es-ES" sz="1600" dirty="0" err="1">
                <a:solidFill>
                  <a:schemeClr val="bg1"/>
                </a:solidFill>
              </a:rPr>
              <a:t>if</a:t>
            </a:r>
            <a:r>
              <a:rPr lang="es-ES" sz="1600" dirty="0">
                <a:solidFill>
                  <a:schemeClr val="bg1"/>
                </a:solidFill>
              </a:rPr>
              <a:t> (nuevo == </a:t>
            </a:r>
            <a:r>
              <a:rPr lang="es-ES" sz="1600" dirty="0" err="1">
                <a:solidFill>
                  <a:schemeClr val="bg1"/>
                </a:solidFill>
              </a:rPr>
              <a:t>null</a:t>
            </a:r>
            <a:r>
              <a:rPr lang="es-ES" sz="1600" dirty="0">
                <a:solidFill>
                  <a:schemeClr val="bg1"/>
                </a:solidFill>
              </a:rPr>
              <a:t>)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</a:t>
            </a:r>
            <a:r>
              <a:rPr lang="es-ES" sz="1600" dirty="0" err="1">
                <a:solidFill>
                  <a:schemeClr val="bg1"/>
                </a:solidFill>
              </a:rPr>
              <a:t>throw</a:t>
            </a:r>
            <a:r>
              <a:rPr lang="es-ES" sz="1600" dirty="0">
                <a:solidFill>
                  <a:schemeClr val="bg1"/>
                </a:solidFill>
              </a:rPr>
              <a:t> new </a:t>
            </a:r>
            <a:r>
              <a:rPr lang="es-ES" sz="1600" dirty="0" err="1">
                <a:solidFill>
                  <a:schemeClr val="bg1"/>
                </a:solidFill>
              </a:rPr>
              <a:t>IllegalArgumentException</a:t>
            </a:r>
            <a:r>
              <a:rPr lang="es-ES" sz="1600" dirty="0">
                <a:solidFill>
                  <a:schemeClr val="bg1"/>
                </a:solidFill>
              </a:rPr>
              <a:t>("El paciente no puede ser </a:t>
            </a:r>
            <a:r>
              <a:rPr lang="es-ES" sz="1600" dirty="0" err="1">
                <a:solidFill>
                  <a:schemeClr val="bg1"/>
                </a:solidFill>
              </a:rPr>
              <a:t>null</a:t>
            </a:r>
            <a:r>
              <a:rPr lang="es-ES" sz="1600" dirty="0">
                <a:solidFill>
                  <a:schemeClr val="bg1"/>
                </a:solidFill>
              </a:rPr>
              <a:t>.");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Nodo n = new Nodo(nuevo);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</a:t>
            </a:r>
            <a:r>
              <a:rPr lang="es-ES" sz="1600" dirty="0" err="1">
                <a:solidFill>
                  <a:schemeClr val="bg1"/>
                </a:solidFill>
              </a:rPr>
              <a:t>if</a:t>
            </a:r>
            <a:r>
              <a:rPr lang="es-ES" sz="1600" dirty="0">
                <a:solidFill>
                  <a:schemeClr val="bg1"/>
                </a:solidFill>
              </a:rPr>
              <a:t> (cabeza == </a:t>
            </a:r>
            <a:r>
              <a:rPr lang="es-ES" sz="1600" dirty="0" err="1">
                <a:solidFill>
                  <a:schemeClr val="bg1"/>
                </a:solidFill>
              </a:rPr>
              <a:t>null</a:t>
            </a:r>
            <a:r>
              <a:rPr lang="es-ES" sz="1600" dirty="0">
                <a:solidFill>
                  <a:schemeClr val="bg1"/>
                </a:solidFill>
              </a:rPr>
              <a:t>) {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cabeza = cola = n;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} </a:t>
            </a:r>
            <a:r>
              <a:rPr lang="es-ES" sz="1600" dirty="0" err="1">
                <a:solidFill>
                  <a:schemeClr val="bg1"/>
                </a:solidFill>
              </a:rPr>
              <a:t>else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if</a:t>
            </a:r>
            <a:r>
              <a:rPr lang="es-ES" sz="1600" dirty="0">
                <a:solidFill>
                  <a:schemeClr val="bg1"/>
                </a:solidFill>
              </a:rPr>
              <a:t> (</a:t>
            </a:r>
            <a:r>
              <a:rPr lang="es-ES" sz="1600" dirty="0" err="1">
                <a:solidFill>
                  <a:schemeClr val="bg1"/>
                </a:solidFill>
              </a:rPr>
              <a:t>nuevo.nivelPrioridad</a:t>
            </a:r>
            <a:r>
              <a:rPr lang="es-ES" sz="1600" dirty="0">
                <a:solidFill>
                  <a:schemeClr val="bg1"/>
                </a:solidFill>
              </a:rPr>
              <a:t> &gt; </a:t>
            </a:r>
            <a:r>
              <a:rPr lang="es-ES" sz="1600" dirty="0" err="1">
                <a:solidFill>
                  <a:schemeClr val="bg1"/>
                </a:solidFill>
              </a:rPr>
              <a:t>cabeza.dato.nivelPrioridad</a:t>
            </a:r>
            <a:r>
              <a:rPr lang="es-ES" sz="1600" dirty="0">
                <a:solidFill>
                  <a:schemeClr val="bg1"/>
                </a:solidFill>
              </a:rPr>
              <a:t>) {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</a:t>
            </a:r>
            <a:r>
              <a:rPr lang="es-ES" sz="1600" dirty="0" err="1">
                <a:solidFill>
                  <a:schemeClr val="bg1"/>
                </a:solidFill>
              </a:rPr>
              <a:t>n.siguiente</a:t>
            </a:r>
            <a:r>
              <a:rPr lang="es-ES" sz="1600" dirty="0">
                <a:solidFill>
                  <a:schemeClr val="bg1"/>
                </a:solidFill>
              </a:rPr>
              <a:t> = cabeza;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</a:t>
            </a:r>
            <a:r>
              <a:rPr lang="es-ES" sz="1600" dirty="0" err="1">
                <a:solidFill>
                  <a:schemeClr val="bg1"/>
                </a:solidFill>
              </a:rPr>
              <a:t>cabeza.anterior</a:t>
            </a:r>
            <a:r>
              <a:rPr lang="es-ES" sz="1600" dirty="0">
                <a:solidFill>
                  <a:schemeClr val="bg1"/>
                </a:solidFill>
              </a:rPr>
              <a:t> = n;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cabeza = n;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} </a:t>
            </a:r>
            <a:r>
              <a:rPr lang="es-ES" sz="1600" dirty="0" err="1">
                <a:solidFill>
                  <a:schemeClr val="bg1"/>
                </a:solidFill>
              </a:rPr>
              <a:t>else</a:t>
            </a:r>
            <a:r>
              <a:rPr lang="es-ES" sz="1600" dirty="0">
                <a:solidFill>
                  <a:schemeClr val="bg1"/>
                </a:solidFill>
              </a:rPr>
              <a:t> {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B93D571-5C1F-1D50-CFC9-51375FCDA8DF}"/>
              </a:ext>
            </a:extLst>
          </p:cNvPr>
          <p:cNvSpPr/>
          <p:nvPr/>
        </p:nvSpPr>
        <p:spPr>
          <a:xfrm>
            <a:off x="4470400" y="215899"/>
            <a:ext cx="3962400" cy="3848101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2AE6AC5-12FA-D369-9809-6A19CD8E08DE}"/>
              </a:ext>
            </a:extLst>
          </p:cNvPr>
          <p:cNvSpPr txBox="1"/>
          <p:nvPr/>
        </p:nvSpPr>
        <p:spPr>
          <a:xfrm>
            <a:off x="4630057" y="343413"/>
            <a:ext cx="346891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 </a:t>
            </a:r>
            <a:r>
              <a:rPr lang="en-US" sz="1600" dirty="0" err="1">
                <a:solidFill>
                  <a:schemeClr val="bg1"/>
                </a:solidFill>
              </a:rPr>
              <a:t>Nodo</a:t>
            </a:r>
            <a:r>
              <a:rPr lang="en-US" sz="1600" dirty="0">
                <a:solidFill>
                  <a:schemeClr val="bg1"/>
                </a:solidFill>
              </a:rPr>
              <a:t> actual = cabeza;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while (</a:t>
            </a:r>
            <a:r>
              <a:rPr lang="en-US" sz="1600" dirty="0" err="1">
                <a:solidFill>
                  <a:schemeClr val="bg1"/>
                </a:solidFill>
              </a:rPr>
              <a:t>actual.siguiente</a:t>
            </a:r>
            <a:r>
              <a:rPr lang="en-US" sz="1600" dirty="0">
                <a:solidFill>
                  <a:schemeClr val="bg1"/>
                </a:solidFill>
              </a:rPr>
              <a:t> != null &amp;&amp; </a:t>
            </a:r>
            <a:r>
              <a:rPr lang="en-US" sz="1600" dirty="0" err="1">
                <a:solidFill>
                  <a:schemeClr val="bg1"/>
                </a:solidFill>
              </a:rPr>
              <a:t>actual.siguiente.dato.nivelPrioridad</a:t>
            </a:r>
            <a:r>
              <a:rPr lang="en-US" sz="1600" dirty="0">
                <a:solidFill>
                  <a:schemeClr val="bg1"/>
                </a:solidFill>
              </a:rPr>
              <a:t> &gt;= </a:t>
            </a:r>
            <a:r>
              <a:rPr lang="en-US" sz="1600" dirty="0" err="1">
                <a:solidFill>
                  <a:schemeClr val="bg1"/>
                </a:solidFill>
              </a:rPr>
              <a:t>nuevo.nivelPrioridad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    actual = </a:t>
            </a:r>
            <a:r>
              <a:rPr lang="en-US" sz="1600" dirty="0" err="1">
                <a:solidFill>
                  <a:schemeClr val="bg1"/>
                </a:solidFill>
              </a:rPr>
              <a:t>actual.siguiente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</a:t>
            </a:r>
            <a:r>
              <a:rPr lang="en-US" sz="1600" dirty="0" err="1">
                <a:solidFill>
                  <a:schemeClr val="bg1"/>
                </a:solidFill>
              </a:rPr>
              <a:t>n.siguiente</a:t>
            </a:r>
            <a:r>
              <a:rPr lang="en-US" sz="1600" dirty="0">
                <a:solidFill>
                  <a:schemeClr val="bg1"/>
                </a:solidFill>
              </a:rPr>
              <a:t> = </a:t>
            </a:r>
            <a:r>
              <a:rPr lang="en-US" sz="1600" dirty="0" err="1">
                <a:solidFill>
                  <a:schemeClr val="bg1"/>
                </a:solidFill>
              </a:rPr>
              <a:t>actual.siguiente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</a:t>
            </a:r>
            <a:r>
              <a:rPr lang="en-US" sz="1600" dirty="0" err="1">
                <a:solidFill>
                  <a:schemeClr val="bg1"/>
                </a:solidFill>
              </a:rPr>
              <a:t>n.anterior</a:t>
            </a:r>
            <a:r>
              <a:rPr lang="en-US" sz="1600" dirty="0">
                <a:solidFill>
                  <a:schemeClr val="bg1"/>
                </a:solidFill>
              </a:rPr>
              <a:t> = actual;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if (</a:t>
            </a:r>
            <a:r>
              <a:rPr lang="en-US" sz="1600" dirty="0" err="1">
                <a:solidFill>
                  <a:schemeClr val="bg1"/>
                </a:solidFill>
              </a:rPr>
              <a:t>actual.siguiente</a:t>
            </a:r>
            <a:r>
              <a:rPr lang="en-US" sz="1600" dirty="0">
                <a:solidFill>
                  <a:schemeClr val="bg1"/>
                </a:solidFill>
              </a:rPr>
              <a:t> != null) </a:t>
            </a:r>
            <a:r>
              <a:rPr lang="en-US" sz="1600" dirty="0" err="1">
                <a:solidFill>
                  <a:schemeClr val="bg1"/>
                </a:solidFill>
              </a:rPr>
              <a:t>actual.siguiente.anterior</a:t>
            </a:r>
            <a:r>
              <a:rPr lang="en-US" sz="1600" dirty="0">
                <a:solidFill>
                  <a:schemeClr val="bg1"/>
                </a:solidFill>
              </a:rPr>
              <a:t> = n;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else cola = n;                  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</a:t>
            </a:r>
            <a:r>
              <a:rPr lang="en-US" sz="1600" dirty="0" err="1">
                <a:solidFill>
                  <a:schemeClr val="bg1"/>
                </a:solidFill>
              </a:rPr>
              <a:t>actual.siguiente</a:t>
            </a:r>
            <a:r>
              <a:rPr lang="en-US" sz="1600" dirty="0">
                <a:solidFill>
                  <a:schemeClr val="bg1"/>
                </a:solidFill>
              </a:rPr>
              <a:t> = n;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}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</a:t>
            </a:r>
            <a:r>
              <a:rPr lang="en-US" sz="1600" dirty="0" err="1">
                <a:solidFill>
                  <a:schemeClr val="bg1"/>
                </a:solidFill>
              </a:rPr>
              <a:t>tamano</a:t>
            </a:r>
            <a:r>
              <a:rPr lang="en-US" sz="1600" dirty="0">
                <a:solidFill>
                  <a:schemeClr val="bg1"/>
                </a:solidFill>
              </a:rPr>
              <a:t>++;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}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2D35522-D44D-F683-BF46-A3C3F746BAAA}"/>
              </a:ext>
            </a:extLst>
          </p:cNvPr>
          <p:cNvSpPr/>
          <p:nvPr/>
        </p:nvSpPr>
        <p:spPr>
          <a:xfrm>
            <a:off x="5065486" y="4347029"/>
            <a:ext cx="1146628" cy="491544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FF2286B-4507-0C91-3EFD-EF7E37A0902B}"/>
              </a:ext>
            </a:extLst>
          </p:cNvPr>
          <p:cNvSpPr txBox="1"/>
          <p:nvPr/>
        </p:nvSpPr>
        <p:spPr>
          <a:xfrm>
            <a:off x="5236028" y="4403019"/>
            <a:ext cx="80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bg1"/>
                </a:solidFill>
                <a:hlinkClick r:id="rId2" action="ppaction://hlinksldjump"/>
              </a:rPr>
              <a:t>Volver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386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b) Enlaces al insertar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Nodo Juan"/>
          <p:cNvSpPr txBox="1"/>
          <p:nvPr/>
        </p:nvSpPr>
        <p:spPr>
          <a:xfrm>
            <a:off x="640080" y="137160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Maria · 5</a:t>
            </a:r>
            <a:endParaRPr lang="en-US" sz="1600" dirty="0"/>
          </a:p>
        </p:txBody>
      </p:sp>
      <p:sp>
        <p:nvSpPr>
          <p:cNvPr id="4" name="Nodo Maria"/>
          <p:cNvSpPr txBox="1"/>
          <p:nvPr/>
        </p:nvSpPr>
        <p:spPr>
          <a:xfrm>
            <a:off x="3840480" y="137160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Juan · 2</a:t>
            </a:r>
            <a:endParaRPr lang="en-US" sz="1600" dirty="0"/>
          </a:p>
        </p:txBody>
      </p:sp>
      <p:sp>
        <p:nvSpPr>
          <p:cNvPr id="5" name="Nodo Ana nuevo"/>
          <p:cNvSpPr txBox="1"/>
          <p:nvPr/>
        </p:nvSpPr>
        <p:spPr>
          <a:xfrm>
            <a:off x="2240280" y="3108960"/>
            <a:ext cx="1371600" cy="640080"/>
          </a:xfrm>
          <a:prstGeom prst="roundRect">
            <a:avLst>
              <a:gd name="adj" fmla="val 14286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Ana · 4</a:t>
            </a:r>
            <a:endParaRPr lang="en-US" sz="1600" dirty="0"/>
          </a:p>
        </p:txBody>
      </p:sp>
      <p:sp>
        <p:nvSpPr>
          <p:cNvPr id="6" name="Enlace que se reemplaza"/>
          <p:cNvSpPr/>
          <p:nvPr/>
        </p:nvSpPr>
        <p:spPr>
          <a:xfrm>
            <a:off x="2011680" y="1691640"/>
            <a:ext cx="18288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headEnd type="triangle"/>
            <a:tailEnd type="triangle"/>
          </a:ln>
        </p:spPr>
      </p:sp>
      <p:sp>
        <p:nvSpPr>
          <p:cNvPr id="7" name="Etiqueta enlace viejo"/>
          <p:cNvSpPr txBox="1"/>
          <p:nvPr/>
        </p:nvSpPr>
        <p:spPr>
          <a:xfrm>
            <a:off x="201168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enlace que se reemplaza</a:t>
            </a:r>
            <a:endParaRPr lang="en-US" sz="1200" dirty="0"/>
          </a:p>
        </p:txBody>
      </p:sp>
      <p:sp>
        <p:nvSpPr>
          <p:cNvPr id="8" name="Enlace 1 Ana a Maria"/>
          <p:cNvSpPr/>
          <p:nvPr/>
        </p:nvSpPr>
        <p:spPr>
          <a:xfrm flipV="1">
            <a:off x="3429000" y="2011680"/>
            <a:ext cx="777240" cy="1097280"/>
          </a:xfrm>
          <a:prstGeom prst="line">
            <a:avLst/>
          </a:prstGeom>
          <a:noFill/>
          <a:ln w="28575">
            <a:solidFill>
              <a:schemeClr val="accent4">
                <a:lumMod val="50000"/>
              </a:schemeClr>
            </a:solidFill>
            <a:prstDash val="solid"/>
            <a:tailEnd type="triangle"/>
          </a:ln>
        </p:spPr>
      </p:sp>
      <p:sp>
        <p:nvSpPr>
          <p:cNvPr id="9" name="Enlace 2 Ana a Juan"/>
          <p:cNvSpPr/>
          <p:nvPr/>
        </p:nvSpPr>
        <p:spPr>
          <a:xfrm>
            <a:off x="1828800" y="2011680"/>
            <a:ext cx="640080" cy="1097280"/>
          </a:xfrm>
          <a:prstGeom prst="line">
            <a:avLst/>
          </a:prstGeom>
          <a:noFill/>
          <a:ln w="28575">
            <a:solidFill>
              <a:schemeClr val="accent4">
                <a:lumMod val="50000"/>
              </a:schemeClr>
            </a:solidFill>
            <a:prstDash val="solid"/>
            <a:headEnd type="triangle"/>
          </a:ln>
        </p:spPr>
      </p:sp>
      <p:sp>
        <p:nvSpPr>
          <p:cNvPr id="10" name="Enlace 3 Maria a Ana"/>
          <p:cNvSpPr/>
          <p:nvPr/>
        </p:nvSpPr>
        <p:spPr>
          <a:xfrm flipV="1">
            <a:off x="3611880" y="2011680"/>
            <a:ext cx="1143000" cy="1417320"/>
          </a:xfrm>
          <a:prstGeom prst="line">
            <a:avLst/>
          </a:prstGeom>
          <a:noFill/>
          <a:ln w="28575">
            <a:solidFill>
              <a:schemeClr val="accent4">
                <a:lumMod val="50000"/>
              </a:schemeClr>
            </a:solidFill>
            <a:prstDash val="solid"/>
            <a:headEnd type="triangle"/>
          </a:ln>
        </p:spPr>
      </p:sp>
      <p:sp>
        <p:nvSpPr>
          <p:cNvPr id="11" name="Enlace 4 Juan a Ana"/>
          <p:cNvSpPr/>
          <p:nvPr/>
        </p:nvSpPr>
        <p:spPr>
          <a:xfrm>
            <a:off x="1280160" y="2011680"/>
            <a:ext cx="960120" cy="1417320"/>
          </a:xfrm>
          <a:prstGeom prst="line">
            <a:avLst/>
          </a:prstGeom>
          <a:noFill/>
          <a:ln w="28575">
            <a:solidFill>
              <a:schemeClr val="accent4">
                <a:lumMod val="50000"/>
              </a:schemeClr>
            </a:solidFill>
            <a:prstDash val="solid"/>
            <a:tailEnd type="triangle"/>
          </a:ln>
        </p:spPr>
      </p:sp>
      <p:sp>
        <p:nvSpPr>
          <p:cNvPr id="12" name="Marca 1"/>
          <p:cNvSpPr txBox="1"/>
          <p:nvPr/>
        </p:nvSpPr>
        <p:spPr>
          <a:xfrm>
            <a:off x="3867912" y="2139696"/>
            <a:ext cx="292608" cy="292608"/>
          </a:xfrm>
          <a:prstGeom prst="ellipse">
            <a:avLst/>
          </a:prstGeom>
          <a:solidFill>
            <a:schemeClr val="accent4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Marca 2"/>
          <p:cNvSpPr txBox="1"/>
          <p:nvPr/>
        </p:nvSpPr>
        <p:spPr>
          <a:xfrm>
            <a:off x="1847088" y="2139696"/>
            <a:ext cx="292608" cy="292608"/>
          </a:xfrm>
          <a:prstGeom prst="ellipse">
            <a:avLst/>
          </a:prstGeom>
          <a:solidFill>
            <a:schemeClr val="accent4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Marca 3"/>
          <p:cNvSpPr txBox="1"/>
          <p:nvPr/>
        </p:nvSpPr>
        <p:spPr>
          <a:xfrm>
            <a:off x="3749040" y="2926080"/>
            <a:ext cx="292608" cy="292608"/>
          </a:xfrm>
          <a:prstGeom prst="ellipse">
            <a:avLst/>
          </a:prstGeom>
          <a:solidFill>
            <a:schemeClr val="accent4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Marca 4"/>
          <p:cNvSpPr txBox="1"/>
          <p:nvPr/>
        </p:nvSpPr>
        <p:spPr>
          <a:xfrm>
            <a:off x="1856232" y="2926080"/>
            <a:ext cx="292608" cy="292608"/>
          </a:xfrm>
          <a:prstGeom prst="ellipse">
            <a:avLst/>
          </a:prstGeom>
          <a:solidFill>
            <a:schemeClr val="accent4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Advertencia enlaces"/>
          <p:cNvSpPr txBox="1"/>
          <p:nvPr/>
        </p:nvSpPr>
        <p:spPr>
          <a:xfrm>
            <a:off x="548640" y="4023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050"/>
                </a:solidFill>
              </a:rPr>
              <a:t>Si falta uno de los 4 enlaces, la lista queda rota.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7" name="Ejemplo inserción"/>
          <p:cNvSpPr txBox="1"/>
          <p:nvPr/>
        </p:nvSpPr>
        <p:spPr>
          <a:xfrm>
            <a:off x="5760720" y="1280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Insertar a Ana (4) entre Maria (5) y Juan (2)</a:t>
            </a:r>
            <a:endParaRPr lang="en-US" sz="1400" dirty="0"/>
          </a:p>
        </p:txBody>
      </p:sp>
      <p:sp>
        <p:nvSpPr>
          <p:cNvPr id="18" name="Paso enlace 1"/>
          <p:cNvSpPr txBox="1"/>
          <p:nvPr/>
        </p:nvSpPr>
        <p:spPr>
          <a:xfrm>
            <a:off x="5760720" y="2194560"/>
            <a:ext cx="310896" cy="310896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Texto enlace 1"/>
          <p:cNvSpPr txBox="1"/>
          <p:nvPr/>
        </p:nvSpPr>
        <p:spPr>
          <a:xfrm>
            <a:off x="621792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Ana apunta a Juan (</a:t>
            </a:r>
            <a:r>
              <a:rPr lang="en-US" sz="1400" dirty="0" err="1"/>
              <a:t>siguiente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20" name="Paso enlace 2"/>
          <p:cNvSpPr txBox="1"/>
          <p:nvPr/>
        </p:nvSpPr>
        <p:spPr>
          <a:xfrm>
            <a:off x="5760720" y="2761488"/>
            <a:ext cx="310896" cy="310896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o enlace 2"/>
          <p:cNvSpPr txBox="1"/>
          <p:nvPr/>
        </p:nvSpPr>
        <p:spPr>
          <a:xfrm>
            <a:off x="6217920" y="26700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Ana apunta a Maria (</a:t>
            </a:r>
            <a:r>
              <a:rPr lang="en-US" sz="1400" dirty="0"/>
              <a:t>anterior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22" name="Paso enlace 3"/>
          <p:cNvSpPr txBox="1"/>
          <p:nvPr/>
        </p:nvSpPr>
        <p:spPr>
          <a:xfrm>
            <a:off x="5760720" y="3328416"/>
            <a:ext cx="310896" cy="310896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o enlace 3"/>
          <p:cNvSpPr txBox="1"/>
          <p:nvPr/>
        </p:nvSpPr>
        <p:spPr>
          <a:xfrm>
            <a:off x="6217920" y="32369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Juan apunta a Ana (</a:t>
            </a:r>
            <a:r>
              <a:rPr lang="en-US" sz="1400" dirty="0"/>
              <a:t>anterior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24" name="Paso enlace 4"/>
          <p:cNvSpPr txBox="1"/>
          <p:nvPr/>
        </p:nvSpPr>
        <p:spPr>
          <a:xfrm>
            <a:off x="5760720" y="3895344"/>
            <a:ext cx="310896" cy="310896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o enlace 4"/>
          <p:cNvSpPr txBox="1"/>
          <p:nvPr/>
        </p:nvSpPr>
        <p:spPr>
          <a:xfrm>
            <a:off x="6217920" y="38039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Maria apunta a Ana (</a:t>
            </a:r>
            <a:r>
              <a:rPr lang="en-US" sz="1400" dirty="0" err="1"/>
              <a:t>siguiente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c) Pacientes en espera crítica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Paso crítica 1"/>
          <p:cNvSpPr txBox="1"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o crítica 1"/>
          <p:cNvSpPr txBox="1"/>
          <p:nvPr/>
        </p:nvSpPr>
        <p:spPr>
          <a:xfrm>
            <a:off x="1097280" y="11430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Recorre la lista completa, de principio a fin.</a:t>
            </a:r>
            <a:endParaRPr lang="en-US" sz="1500" dirty="0"/>
          </a:p>
        </p:txBody>
      </p:sp>
      <p:sp>
        <p:nvSpPr>
          <p:cNvPr id="5" name="Paso crítica 2"/>
          <p:cNvSpPr txBox="1"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o crítica 2"/>
          <p:cNvSpPr txBox="1"/>
          <p:nvPr/>
        </p:nvSpPr>
        <p:spPr>
          <a:xfrm>
            <a:off x="1097280" y="2011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Si la espera es mayor que el límite (estricto), agrega el nombre a una lista.</a:t>
            </a:r>
            <a:endParaRPr lang="en-US" sz="1500" dirty="0"/>
          </a:p>
        </p:txBody>
      </p:sp>
      <p:sp>
        <p:nvSpPr>
          <p:cNvPr id="7" name="Paso crítica 3"/>
          <p:cNvSpPr txBox="1"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o crítica 3"/>
          <p:cNvSpPr txBox="1"/>
          <p:nvPr/>
        </p:nvSpPr>
        <p:spPr>
          <a:xfrm>
            <a:off x="1097280" y="2880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 err="1">
                <a:solidFill>
                  <a:schemeClr val="tx1"/>
                </a:solidFill>
              </a:rPr>
              <a:t>Devuelve</a:t>
            </a:r>
            <a:r>
              <a:rPr lang="en-US" sz="1500" dirty="0">
                <a:solidFill>
                  <a:schemeClr val="tx1"/>
                </a:solidFill>
              </a:rPr>
              <a:t> una </a:t>
            </a:r>
            <a:r>
              <a:rPr lang="en-US" sz="1500" dirty="0" err="1">
                <a:solidFill>
                  <a:schemeClr val="tx1"/>
                </a:solidFill>
              </a:rPr>
              <a:t>lista vacía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 err="1">
                <a:solidFill>
                  <a:schemeClr val="tx1"/>
                </a:solidFill>
              </a:rPr>
              <a:t>si</a:t>
            </a:r>
            <a:r>
              <a:rPr lang="en-US" sz="1500" dirty="0">
                <a:solidFill>
                  <a:schemeClr val="tx1"/>
                </a:solidFill>
              </a:rPr>
              <a:t> nadie supera el límite.</a:t>
            </a:r>
            <a:endParaRPr lang="en-US" sz="1500" dirty="0"/>
          </a:p>
        </p:txBody>
      </p:sp>
      <p:sp>
        <p:nvSpPr>
          <p:cNvPr id="9" name="Tarjeta resultado"/>
          <p:cNvSpPr/>
          <p:nvPr/>
        </p:nvSpPr>
        <p:spPr>
          <a:xfrm>
            <a:off x="548640" y="3977640"/>
            <a:ext cx="39319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0" name="Resultado ejemplo"/>
          <p:cNvSpPr txBox="1"/>
          <p:nvPr/>
        </p:nvSpPr>
        <p:spPr>
          <a:xfrm>
            <a:off x="548640" y="3977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050"/>
                </a:solidFill>
              </a:rPr>
              <a:t>Con </a:t>
            </a:r>
            <a:r>
              <a:rPr lang="en-US" sz="1600" b="1" dirty="0" err="1">
                <a:solidFill>
                  <a:srgbClr val="00B050"/>
                </a:solidFill>
              </a:rPr>
              <a:t>límite</a:t>
            </a:r>
            <a:r>
              <a:rPr lang="en-US" sz="1600" b="1" dirty="0">
                <a:solidFill>
                  <a:srgbClr val="00B050"/>
                </a:solidFill>
              </a:rPr>
              <a:t> 25: [Pedro, Juan]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1" name="Título barras"/>
          <p:cNvSpPr txBox="1"/>
          <p:nvPr/>
        </p:nvSpPr>
        <p:spPr>
          <a:xfrm>
            <a:off x="484632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050"/>
                </a:solidFill>
              </a:rPr>
              <a:t>Minutos de espera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2" name="Nombre barra Pedro"/>
          <p:cNvSpPr txBox="1"/>
          <p:nvPr/>
        </p:nvSpPr>
        <p:spPr>
          <a:xfrm>
            <a:off x="4846320" y="1645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Pedro</a:t>
            </a:r>
            <a:endParaRPr lang="en-US" sz="1400" dirty="0"/>
          </a:p>
        </p:txBody>
      </p:sp>
      <p:sp>
        <p:nvSpPr>
          <p:cNvPr id="13" name="Barra Pedro"/>
          <p:cNvSpPr txBox="1"/>
          <p:nvPr/>
        </p:nvSpPr>
        <p:spPr>
          <a:xfrm>
            <a:off x="5760720" y="1645920"/>
            <a:ext cx="2743200" cy="457200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60</a:t>
            </a:r>
            <a:endParaRPr lang="en-US" sz="1400" dirty="0"/>
          </a:p>
        </p:txBody>
      </p:sp>
      <p:sp>
        <p:nvSpPr>
          <p:cNvPr id="14" name="Nombre barra Juan"/>
          <p:cNvSpPr txBox="1"/>
          <p:nvPr/>
        </p:nvSpPr>
        <p:spPr>
          <a:xfrm>
            <a:off x="4846320" y="2286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Juan</a:t>
            </a:r>
            <a:endParaRPr lang="en-US" sz="1400" dirty="0"/>
          </a:p>
        </p:txBody>
      </p:sp>
      <p:sp>
        <p:nvSpPr>
          <p:cNvPr id="15" name="Barra Juan"/>
          <p:cNvSpPr txBox="1"/>
          <p:nvPr/>
        </p:nvSpPr>
        <p:spPr>
          <a:xfrm>
            <a:off x="5760720" y="2286000"/>
            <a:ext cx="1371600" cy="457200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30</a:t>
            </a:r>
            <a:endParaRPr lang="en-US" sz="1400" dirty="0"/>
          </a:p>
        </p:txBody>
      </p:sp>
      <p:sp>
        <p:nvSpPr>
          <p:cNvPr id="16" name="Nombre barra Ana"/>
          <p:cNvSpPr txBox="1"/>
          <p:nvPr/>
        </p:nvSpPr>
        <p:spPr>
          <a:xfrm>
            <a:off x="4846320" y="2926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Ana</a:t>
            </a:r>
            <a:endParaRPr lang="en-US" sz="1400" dirty="0"/>
          </a:p>
        </p:txBody>
      </p:sp>
      <p:sp>
        <p:nvSpPr>
          <p:cNvPr id="17" name="Barra Ana"/>
          <p:cNvSpPr txBox="1"/>
          <p:nvPr/>
        </p:nvSpPr>
        <p:spPr>
          <a:xfrm>
            <a:off x="5760720" y="2926080"/>
            <a:ext cx="685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15</a:t>
            </a:r>
            <a:endParaRPr lang="en-US" sz="1400" dirty="0"/>
          </a:p>
        </p:txBody>
      </p:sp>
      <p:sp>
        <p:nvSpPr>
          <p:cNvPr id="18" name="Nombre barra Maria"/>
          <p:cNvSpPr txBox="1"/>
          <p:nvPr/>
        </p:nvSpPr>
        <p:spPr>
          <a:xfrm>
            <a:off x="4846320" y="35661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Maria</a:t>
            </a:r>
            <a:endParaRPr lang="en-US" sz="1400" dirty="0"/>
          </a:p>
        </p:txBody>
      </p:sp>
      <p:sp>
        <p:nvSpPr>
          <p:cNvPr id="19" name="Barra Maria"/>
          <p:cNvSpPr txBox="1"/>
          <p:nvPr/>
        </p:nvSpPr>
        <p:spPr>
          <a:xfrm>
            <a:off x="5760720" y="3566160"/>
            <a:ext cx="4572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10</a:t>
            </a:r>
            <a:endParaRPr lang="en-US" sz="1400" dirty="0"/>
          </a:p>
        </p:txBody>
      </p:sp>
      <p:sp>
        <p:nvSpPr>
          <p:cNvPr id="20" name="Línea del límite"/>
          <p:cNvSpPr/>
          <p:nvPr/>
        </p:nvSpPr>
        <p:spPr>
          <a:xfrm>
            <a:off x="6675120" y="1508760"/>
            <a:ext cx="0" cy="265176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</a:ln>
        </p:spPr>
      </p:sp>
      <p:sp>
        <p:nvSpPr>
          <p:cNvPr id="21" name="Etiqueta límite"/>
          <p:cNvSpPr txBox="1"/>
          <p:nvPr/>
        </p:nvSpPr>
        <p:spPr>
          <a:xfrm>
            <a:off x="585216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límite: 25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754FC612-44B5-32B0-CCD6-C3777074EB24}"/>
              </a:ext>
            </a:extLst>
          </p:cNvPr>
          <p:cNvSpPr/>
          <p:nvPr/>
        </p:nvSpPr>
        <p:spPr>
          <a:xfrm>
            <a:off x="116114" y="145143"/>
            <a:ext cx="7402286" cy="3548176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E0C0C12-3033-FCA1-6103-C7B775934E7A}"/>
              </a:ext>
            </a:extLst>
          </p:cNvPr>
          <p:cNvSpPr/>
          <p:nvPr/>
        </p:nvSpPr>
        <p:spPr>
          <a:xfrm>
            <a:off x="3679144" y="4062074"/>
            <a:ext cx="1074057" cy="540880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C4EF95-862D-EF59-6172-A18A3770B084}"/>
              </a:ext>
            </a:extLst>
          </p:cNvPr>
          <p:cNvSpPr txBox="1"/>
          <p:nvPr/>
        </p:nvSpPr>
        <p:spPr>
          <a:xfrm>
            <a:off x="3817257" y="4147848"/>
            <a:ext cx="91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Volver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F28915A-F39A-ECEA-D1DC-87368909D4CA}"/>
              </a:ext>
            </a:extLst>
          </p:cNvPr>
          <p:cNvSpPr txBox="1"/>
          <p:nvPr/>
        </p:nvSpPr>
        <p:spPr>
          <a:xfrm>
            <a:off x="500063" y="426357"/>
            <a:ext cx="66722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  public List&lt;String&gt; </a:t>
            </a:r>
            <a:r>
              <a:rPr lang="en-US" dirty="0" err="1">
                <a:solidFill>
                  <a:schemeClr val="bg1"/>
                </a:solidFill>
              </a:rPr>
              <a:t>PacientesEnEsperaCritica</a:t>
            </a:r>
            <a:r>
              <a:rPr lang="en-US" dirty="0">
                <a:solidFill>
                  <a:schemeClr val="bg1"/>
                </a:solidFill>
              </a:rPr>
              <a:t>(int </a:t>
            </a:r>
            <a:r>
              <a:rPr lang="en-US" dirty="0" err="1">
                <a:solidFill>
                  <a:schemeClr val="bg1"/>
                </a:solidFill>
              </a:rPr>
              <a:t>minutosLimite</a:t>
            </a:r>
            <a:r>
              <a:rPr lang="en-US" dirty="0">
                <a:solidFill>
                  <a:schemeClr val="bg1"/>
                </a:solidFill>
              </a:rPr>
              <a:t>)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if (</a:t>
            </a:r>
            <a:r>
              <a:rPr lang="en-US" dirty="0" err="1">
                <a:solidFill>
                  <a:schemeClr val="bg1"/>
                </a:solidFill>
              </a:rPr>
              <a:t>minutosLimite</a:t>
            </a:r>
            <a:r>
              <a:rPr lang="en-US" dirty="0">
                <a:solidFill>
                  <a:schemeClr val="bg1"/>
                </a:solidFill>
              </a:rPr>
              <a:t> &lt; 0)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throw new </a:t>
            </a:r>
            <a:r>
              <a:rPr lang="en-US" dirty="0" err="1">
                <a:solidFill>
                  <a:schemeClr val="bg1"/>
                </a:solidFill>
              </a:rPr>
              <a:t>IllegalArgumentException</a:t>
            </a:r>
            <a:r>
              <a:rPr lang="en-US" dirty="0">
                <a:solidFill>
                  <a:schemeClr val="bg1"/>
                </a:solidFill>
              </a:rPr>
              <a:t>("El </a:t>
            </a:r>
            <a:r>
              <a:rPr lang="en-US" dirty="0" err="1">
                <a:solidFill>
                  <a:schemeClr val="bg1"/>
                </a:solidFill>
              </a:rPr>
              <a:t>límite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minutos</a:t>
            </a:r>
            <a:r>
              <a:rPr lang="en-US" dirty="0">
                <a:solidFill>
                  <a:schemeClr val="bg1"/>
                </a:solidFill>
              </a:rPr>
              <a:t> no </a:t>
            </a:r>
            <a:r>
              <a:rPr lang="en-US" dirty="0" err="1">
                <a:solidFill>
                  <a:schemeClr val="bg1"/>
                </a:solidFill>
              </a:rPr>
              <a:t>puede</a:t>
            </a:r>
            <a:r>
              <a:rPr lang="en-US" dirty="0">
                <a:solidFill>
                  <a:schemeClr val="bg1"/>
                </a:solidFill>
              </a:rPr>
              <a:t> ser </a:t>
            </a:r>
            <a:r>
              <a:rPr lang="en-US" dirty="0" err="1">
                <a:solidFill>
                  <a:schemeClr val="bg1"/>
                </a:solidFill>
              </a:rPr>
              <a:t>negativo</a:t>
            </a:r>
            <a:r>
              <a:rPr lang="en-US" dirty="0">
                <a:solidFill>
                  <a:schemeClr val="bg1"/>
                </a:solidFill>
              </a:rPr>
              <a:t>.");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List&lt;String&gt; </a:t>
            </a:r>
            <a:r>
              <a:rPr lang="en-US" dirty="0" err="1">
                <a:solidFill>
                  <a:schemeClr val="bg1"/>
                </a:solidFill>
              </a:rPr>
              <a:t>nombres</a:t>
            </a:r>
            <a:r>
              <a:rPr lang="en-US" dirty="0">
                <a:solidFill>
                  <a:schemeClr val="bg1"/>
                </a:solidFill>
              </a:rPr>
              <a:t> = new </a:t>
            </a:r>
            <a:r>
              <a:rPr lang="en-US" dirty="0" err="1">
                <a:solidFill>
                  <a:schemeClr val="bg1"/>
                </a:solidFill>
              </a:rPr>
              <a:t>ArrayList</a:t>
            </a:r>
            <a:r>
              <a:rPr lang="en-US" dirty="0">
                <a:solidFill>
                  <a:schemeClr val="bg1"/>
                </a:solidFill>
              </a:rPr>
              <a:t>&lt;&gt;();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for (</a:t>
            </a:r>
            <a:r>
              <a:rPr lang="en-US" dirty="0" err="1">
                <a:solidFill>
                  <a:schemeClr val="bg1"/>
                </a:solidFill>
              </a:rPr>
              <a:t>Nodo</a:t>
            </a:r>
            <a:r>
              <a:rPr lang="en-US" dirty="0">
                <a:solidFill>
                  <a:schemeClr val="bg1"/>
                </a:solidFill>
              </a:rPr>
              <a:t> a = cabeza; a != null; a = </a:t>
            </a:r>
            <a:r>
              <a:rPr lang="en-US" dirty="0" err="1">
                <a:solidFill>
                  <a:schemeClr val="bg1"/>
                </a:solidFill>
              </a:rPr>
              <a:t>a.siguiente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if (</a:t>
            </a:r>
            <a:r>
              <a:rPr lang="en-US" dirty="0" err="1">
                <a:solidFill>
                  <a:schemeClr val="bg1"/>
                </a:solidFill>
              </a:rPr>
              <a:t>a.dato.minutosEspera</a:t>
            </a:r>
            <a:r>
              <a:rPr lang="en-US" dirty="0">
                <a:solidFill>
                  <a:schemeClr val="bg1"/>
                </a:solidFill>
              </a:rPr>
              <a:t> &gt; </a:t>
            </a:r>
            <a:r>
              <a:rPr lang="en-US" dirty="0" err="1">
                <a:solidFill>
                  <a:schemeClr val="bg1"/>
                </a:solidFill>
              </a:rPr>
              <a:t>minutosLimite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    </a:t>
            </a:r>
            <a:r>
              <a:rPr lang="en-US" dirty="0" err="1">
                <a:solidFill>
                  <a:schemeClr val="bg1"/>
                </a:solidFill>
              </a:rPr>
              <a:t>nombres.add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a.dato.nombre</a:t>
            </a:r>
            <a:r>
              <a:rPr lang="en-US" dirty="0">
                <a:solidFill>
                  <a:schemeClr val="bg1"/>
                </a:solidFill>
              </a:rPr>
              <a:t>);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return </a:t>
            </a:r>
            <a:r>
              <a:rPr lang="en-US" dirty="0" err="1">
                <a:solidFill>
                  <a:schemeClr val="bg1"/>
                </a:solidFill>
              </a:rPr>
              <a:t>nombres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r>
              <a:rPr lang="en-US" dirty="0">
                <a:solidFill>
                  <a:schemeClr val="bg1"/>
                </a:solidFill>
              </a:rPr>
              <a:t>   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72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d) Reordenar por tiempo de espera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Tarjeta caso 1"/>
          <p:cNvSpPr/>
          <p:nvPr/>
        </p:nvSpPr>
        <p:spPr>
          <a:xfrm>
            <a:off x="5486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4" name="Número caso 1"/>
          <p:cNvSpPr txBox="1"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ítulo caso 1"/>
          <p:cNvSpPr txBox="1"/>
          <p:nvPr/>
        </p:nvSpPr>
        <p:spPr>
          <a:xfrm>
            <a:off x="7315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Soltar los nodos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" name="Descripción caso 1"/>
          <p:cNvSpPr txBox="1"/>
          <p:nvPr/>
        </p:nvSpPr>
        <p:spPr>
          <a:xfrm>
            <a:off x="7315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 vacía la lista y se guarda el siguiente de cada nodo antes de borrar sus enlaces.</a:t>
            </a:r>
            <a:endParaRPr lang="en-US" sz="1400" dirty="0"/>
          </a:p>
        </p:txBody>
      </p:sp>
      <p:sp>
        <p:nvSpPr>
          <p:cNvPr id="7" name="Tarjeta caso 2"/>
          <p:cNvSpPr/>
          <p:nvPr/>
        </p:nvSpPr>
        <p:spPr>
          <a:xfrm>
            <a:off x="32918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8" name="Número caso 2"/>
          <p:cNvSpPr txBox="1"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ítulo caso 2"/>
          <p:cNvSpPr txBox="1"/>
          <p:nvPr/>
        </p:nvSpPr>
        <p:spPr>
          <a:xfrm>
            <a:off x="34747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Reinsertar uno a uno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0" name="Descripción caso 2"/>
          <p:cNvSpPr txBox="1"/>
          <p:nvPr/>
        </p:nvSpPr>
        <p:spPr>
          <a:xfrm>
            <a:off x="34747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Cada nodo se inserta de nuevo con insertarNodoPorTiempo, de mayor a menor espera.</a:t>
            </a:r>
            <a:endParaRPr lang="en-US" sz="1400" dirty="0"/>
          </a:p>
        </p:txBody>
      </p:sp>
      <p:sp>
        <p:nvSpPr>
          <p:cNvPr id="11" name="Tarjeta caso 3"/>
          <p:cNvSpPr/>
          <p:nvPr/>
        </p:nvSpPr>
        <p:spPr>
          <a:xfrm>
            <a:off x="60350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2" name="Número caso 3"/>
          <p:cNvSpPr txBox="1"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ítulo caso 3"/>
          <p:cNvSpPr txBox="1"/>
          <p:nvPr/>
        </p:nvSpPr>
        <p:spPr>
          <a:xfrm>
            <a:off x="62179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Enlaces rehechos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4" name="Descripción caso 3"/>
          <p:cNvSpPr txBox="1"/>
          <p:nvPr/>
        </p:nvSpPr>
        <p:spPr>
          <a:xfrm>
            <a:off x="62179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Al terminar, </a:t>
            </a:r>
            <a:r>
              <a:rPr lang="en-US" sz="1400" dirty="0"/>
              <a:t>anterior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siguiente</a:t>
            </a:r>
            <a:r>
              <a:rPr lang="en-US" sz="1400" dirty="0">
                <a:solidFill>
                  <a:schemeClr val="tx1"/>
                </a:solidFill>
              </a:rPr>
              <a:t>, cabeza y </a:t>
            </a:r>
            <a:r>
              <a:rPr lang="en-US" sz="1400" dirty="0"/>
              <a:t>cola</a:t>
            </a:r>
            <a:r>
              <a:rPr lang="en-US" sz="1400" dirty="0">
                <a:solidFill>
                  <a:schemeClr val="tx1"/>
                </a:solidFill>
              </a:rPr>
              <a:t> quedan bien actualizados.</a:t>
            </a:r>
            <a:endParaRPr lang="en-US" sz="1400" dirty="0"/>
          </a:p>
        </p:txBody>
      </p:sp>
      <p:sp>
        <p:nvSpPr>
          <p:cNvPr id="15" name="Tarjeta empate"/>
          <p:cNvSpPr/>
          <p:nvPr/>
        </p:nvSpPr>
        <p:spPr>
          <a:xfrm>
            <a:off x="548640" y="3657600"/>
            <a:ext cx="80467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6" name="Nota empate"/>
          <p:cNvSpPr txBox="1"/>
          <p:nvPr/>
        </p:nvSpPr>
        <p:spPr>
          <a:xfrm>
            <a:off x="666206" y="3611880"/>
            <a:ext cx="78105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Con 0 o 1 paciente no hay nada que ordenar. Si dos esperan lo mismo, queda primero el que ya estaba. 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CADE7D7-56A4-7692-3D2C-1768FC5E7DBD}"/>
              </a:ext>
            </a:extLst>
          </p:cNvPr>
          <p:cNvSpPr/>
          <p:nvPr/>
        </p:nvSpPr>
        <p:spPr>
          <a:xfrm>
            <a:off x="135732" y="185737"/>
            <a:ext cx="4014787" cy="421481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EFDD4E-8EF7-94AF-44C0-3F53C132C3F6}"/>
              </a:ext>
            </a:extLst>
          </p:cNvPr>
          <p:cNvSpPr txBox="1"/>
          <p:nvPr/>
        </p:nvSpPr>
        <p:spPr>
          <a:xfrm>
            <a:off x="450056" y="497561"/>
            <a:ext cx="338613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 err="1">
                <a:solidFill>
                  <a:schemeClr val="bg1"/>
                </a:solidFill>
              </a:rPr>
              <a:t>public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void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ReordenarPorTiempoEspera</a:t>
            </a:r>
            <a:r>
              <a:rPr lang="es-ES" sz="1600" dirty="0">
                <a:solidFill>
                  <a:schemeClr val="bg1"/>
                </a:solidFill>
              </a:rPr>
              <a:t>() {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</a:t>
            </a:r>
            <a:r>
              <a:rPr lang="es-ES" sz="1600" dirty="0" err="1">
                <a:solidFill>
                  <a:schemeClr val="bg1"/>
                </a:solidFill>
              </a:rPr>
              <a:t>if</a:t>
            </a:r>
            <a:r>
              <a:rPr lang="es-ES" sz="1600" dirty="0">
                <a:solidFill>
                  <a:schemeClr val="bg1"/>
                </a:solidFill>
              </a:rPr>
              <a:t> (</a:t>
            </a:r>
            <a:r>
              <a:rPr lang="es-ES" sz="1600" dirty="0" err="1">
                <a:solidFill>
                  <a:schemeClr val="bg1"/>
                </a:solidFill>
              </a:rPr>
              <a:t>tamano</a:t>
            </a:r>
            <a:r>
              <a:rPr lang="es-ES" sz="1600" dirty="0">
                <a:solidFill>
                  <a:schemeClr val="bg1"/>
                </a:solidFill>
              </a:rPr>
              <a:t> &lt; 2) </a:t>
            </a:r>
            <a:r>
              <a:rPr lang="es-ES" sz="1600" dirty="0" err="1">
                <a:solidFill>
                  <a:schemeClr val="bg1"/>
                </a:solidFill>
              </a:rPr>
              <a:t>return</a:t>
            </a:r>
            <a:r>
              <a:rPr lang="es-ES" sz="1600" dirty="0">
                <a:solidFill>
                  <a:schemeClr val="bg1"/>
                </a:solidFill>
              </a:rPr>
              <a:t>;               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Nodo actual = cabeza;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cabeza = cola = </a:t>
            </a:r>
            <a:r>
              <a:rPr lang="es-ES" sz="1600" dirty="0" err="1">
                <a:solidFill>
                  <a:schemeClr val="bg1"/>
                </a:solidFill>
              </a:rPr>
              <a:t>null</a:t>
            </a:r>
            <a:r>
              <a:rPr lang="es-ES" sz="1600" dirty="0">
                <a:solidFill>
                  <a:schemeClr val="bg1"/>
                </a:solidFill>
              </a:rPr>
              <a:t>;                 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</a:t>
            </a:r>
            <a:r>
              <a:rPr lang="es-ES" sz="1600" dirty="0" err="1">
                <a:solidFill>
                  <a:schemeClr val="bg1"/>
                </a:solidFill>
              </a:rPr>
              <a:t>while</a:t>
            </a:r>
            <a:r>
              <a:rPr lang="es-ES" sz="1600" dirty="0">
                <a:solidFill>
                  <a:schemeClr val="bg1"/>
                </a:solidFill>
              </a:rPr>
              <a:t> (actual != </a:t>
            </a:r>
            <a:r>
              <a:rPr lang="es-ES" sz="1600" dirty="0" err="1">
                <a:solidFill>
                  <a:schemeClr val="bg1"/>
                </a:solidFill>
              </a:rPr>
              <a:t>null</a:t>
            </a:r>
            <a:r>
              <a:rPr lang="es-ES" sz="1600" dirty="0">
                <a:solidFill>
                  <a:schemeClr val="bg1"/>
                </a:solidFill>
              </a:rPr>
              <a:t>) {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Nodo siguiente = </a:t>
            </a:r>
            <a:r>
              <a:rPr lang="es-ES" sz="1600" dirty="0" err="1">
                <a:solidFill>
                  <a:schemeClr val="bg1"/>
                </a:solidFill>
              </a:rPr>
              <a:t>actual.siguiente</a:t>
            </a:r>
            <a:r>
              <a:rPr lang="es-ES" sz="1600" dirty="0">
                <a:solidFill>
                  <a:schemeClr val="bg1"/>
                </a:solidFill>
              </a:rPr>
              <a:t>;   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</a:t>
            </a:r>
            <a:r>
              <a:rPr lang="es-ES" sz="1600" dirty="0" err="1">
                <a:solidFill>
                  <a:schemeClr val="bg1"/>
                </a:solidFill>
              </a:rPr>
              <a:t>actual.anterior</a:t>
            </a:r>
            <a:r>
              <a:rPr lang="es-ES" sz="1600" dirty="0">
                <a:solidFill>
                  <a:schemeClr val="bg1"/>
                </a:solidFill>
              </a:rPr>
              <a:t> = </a:t>
            </a:r>
            <a:r>
              <a:rPr lang="es-ES" sz="1600" dirty="0" err="1">
                <a:solidFill>
                  <a:schemeClr val="bg1"/>
                </a:solidFill>
              </a:rPr>
              <a:t>actual.siguiente</a:t>
            </a:r>
            <a:r>
              <a:rPr lang="es-ES" sz="1600" dirty="0">
                <a:solidFill>
                  <a:schemeClr val="bg1"/>
                </a:solidFill>
              </a:rPr>
              <a:t> = </a:t>
            </a:r>
            <a:r>
              <a:rPr lang="es-ES" sz="1600" dirty="0" err="1">
                <a:solidFill>
                  <a:schemeClr val="bg1"/>
                </a:solidFill>
              </a:rPr>
              <a:t>null</a:t>
            </a:r>
            <a:r>
              <a:rPr lang="es-ES" sz="1600" dirty="0">
                <a:solidFill>
                  <a:schemeClr val="bg1"/>
                </a:solidFill>
              </a:rPr>
              <a:t>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</a:t>
            </a:r>
            <a:r>
              <a:rPr lang="es-ES" sz="1600" dirty="0" err="1">
                <a:solidFill>
                  <a:schemeClr val="bg1"/>
                </a:solidFill>
              </a:rPr>
              <a:t>insertarNodoPorTiempo</a:t>
            </a:r>
            <a:r>
              <a:rPr lang="es-ES" sz="1600" dirty="0">
                <a:solidFill>
                  <a:schemeClr val="bg1"/>
                </a:solidFill>
              </a:rPr>
              <a:t>(actual);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actual = siguiente;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}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}</a:t>
            </a:r>
          </a:p>
          <a:p>
            <a:endParaRPr lang="en-US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35677CD-2C8E-0F49-0D40-16E764B381BD}"/>
              </a:ext>
            </a:extLst>
          </p:cNvPr>
          <p:cNvSpPr/>
          <p:nvPr/>
        </p:nvSpPr>
        <p:spPr>
          <a:xfrm>
            <a:off x="4314823" y="64293"/>
            <a:ext cx="4579143" cy="4986338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3F8077D-3662-2C3E-8967-DF034DD0B99D}"/>
              </a:ext>
            </a:extLst>
          </p:cNvPr>
          <p:cNvSpPr txBox="1"/>
          <p:nvPr/>
        </p:nvSpPr>
        <p:spPr>
          <a:xfrm>
            <a:off x="4682727" y="312894"/>
            <a:ext cx="384333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private void </a:t>
            </a:r>
            <a:r>
              <a:rPr lang="en-US" sz="1400" dirty="0" err="1">
                <a:solidFill>
                  <a:schemeClr val="bg1"/>
                </a:solidFill>
              </a:rPr>
              <a:t>insertarNodoPorTiempo</a:t>
            </a:r>
            <a:r>
              <a:rPr lang="en-US" sz="1400" dirty="0">
                <a:solidFill>
                  <a:schemeClr val="bg1"/>
                </a:solidFill>
              </a:rPr>
              <a:t>(</a:t>
            </a:r>
            <a:r>
              <a:rPr lang="en-US" sz="1400" dirty="0" err="1">
                <a:solidFill>
                  <a:schemeClr val="bg1"/>
                </a:solidFill>
              </a:rPr>
              <a:t>Nodo</a:t>
            </a:r>
            <a:r>
              <a:rPr lang="en-US" sz="1400" dirty="0">
                <a:solidFill>
                  <a:schemeClr val="bg1"/>
                </a:solidFill>
              </a:rPr>
              <a:t> n) {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if (cabeza == null) {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cabeza = cola = n;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} else if (</a:t>
            </a:r>
            <a:r>
              <a:rPr lang="en-US" sz="1400" dirty="0" err="1">
                <a:solidFill>
                  <a:schemeClr val="bg1"/>
                </a:solidFill>
              </a:rPr>
              <a:t>n.dato.minutosEspera</a:t>
            </a:r>
            <a:r>
              <a:rPr lang="en-US" sz="1400" dirty="0">
                <a:solidFill>
                  <a:schemeClr val="bg1"/>
                </a:solidFill>
              </a:rPr>
              <a:t> &gt; </a:t>
            </a:r>
            <a:r>
              <a:rPr lang="en-US" sz="1400" dirty="0" err="1">
                <a:solidFill>
                  <a:schemeClr val="bg1"/>
                </a:solidFill>
              </a:rPr>
              <a:t>cabeza.dato.minutosEspera</a:t>
            </a:r>
            <a:r>
              <a:rPr lang="en-US" sz="1400" dirty="0">
                <a:solidFill>
                  <a:schemeClr val="bg1"/>
                </a:solidFill>
              </a:rPr>
              <a:t>) {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</a:t>
            </a:r>
            <a:r>
              <a:rPr lang="en-US" sz="1400" dirty="0" err="1">
                <a:solidFill>
                  <a:schemeClr val="bg1"/>
                </a:solidFill>
              </a:rPr>
              <a:t>n.siguiente</a:t>
            </a:r>
            <a:r>
              <a:rPr lang="en-US" sz="1400" dirty="0">
                <a:solidFill>
                  <a:schemeClr val="bg1"/>
                </a:solidFill>
              </a:rPr>
              <a:t> = cabeza;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</a:t>
            </a:r>
            <a:r>
              <a:rPr lang="en-US" sz="1400" dirty="0" err="1">
                <a:solidFill>
                  <a:schemeClr val="bg1"/>
                </a:solidFill>
              </a:rPr>
              <a:t>cabeza.anterior</a:t>
            </a:r>
            <a:r>
              <a:rPr lang="en-US" sz="1400" dirty="0">
                <a:solidFill>
                  <a:schemeClr val="bg1"/>
                </a:solidFill>
              </a:rPr>
              <a:t> = n;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cabeza = n;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} else {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</a:t>
            </a:r>
            <a:r>
              <a:rPr lang="en-US" sz="1400" dirty="0" err="1">
                <a:solidFill>
                  <a:schemeClr val="bg1"/>
                </a:solidFill>
              </a:rPr>
              <a:t>Nodo</a:t>
            </a:r>
            <a:r>
              <a:rPr lang="en-US" sz="1400" dirty="0">
                <a:solidFill>
                  <a:schemeClr val="bg1"/>
                </a:solidFill>
              </a:rPr>
              <a:t> actual = cabeza;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while (</a:t>
            </a:r>
            <a:r>
              <a:rPr lang="en-US" sz="1400" dirty="0" err="1">
                <a:solidFill>
                  <a:schemeClr val="bg1"/>
                </a:solidFill>
              </a:rPr>
              <a:t>actual.siguiente</a:t>
            </a:r>
            <a:r>
              <a:rPr lang="en-US" sz="1400" dirty="0">
                <a:solidFill>
                  <a:schemeClr val="bg1"/>
                </a:solidFill>
              </a:rPr>
              <a:t> != null &amp;&amp; </a:t>
            </a:r>
            <a:r>
              <a:rPr lang="en-US" sz="1400" dirty="0" err="1">
                <a:solidFill>
                  <a:schemeClr val="bg1"/>
                </a:solidFill>
              </a:rPr>
              <a:t>actual.siguiente.dato.minutosEspera</a:t>
            </a:r>
            <a:r>
              <a:rPr lang="en-US" sz="1400" dirty="0">
                <a:solidFill>
                  <a:schemeClr val="bg1"/>
                </a:solidFill>
              </a:rPr>
              <a:t> &gt;= </a:t>
            </a:r>
            <a:r>
              <a:rPr lang="en-US" sz="1400" dirty="0" err="1">
                <a:solidFill>
                  <a:schemeClr val="bg1"/>
                </a:solidFill>
              </a:rPr>
              <a:t>n.dato.minutosEspera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    actual = </a:t>
            </a:r>
            <a:r>
              <a:rPr lang="en-US" sz="1400" dirty="0" err="1">
                <a:solidFill>
                  <a:schemeClr val="bg1"/>
                </a:solidFill>
              </a:rPr>
              <a:t>actual.siguiente</a:t>
            </a:r>
            <a:r>
              <a:rPr lang="en-US" sz="1400" dirty="0">
                <a:solidFill>
                  <a:schemeClr val="bg1"/>
                </a:solidFill>
              </a:rPr>
              <a:t>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</a:t>
            </a:r>
            <a:r>
              <a:rPr lang="en-US" sz="1400" dirty="0" err="1">
                <a:solidFill>
                  <a:schemeClr val="bg1"/>
                </a:solidFill>
              </a:rPr>
              <a:t>n.siguiente</a:t>
            </a:r>
            <a:r>
              <a:rPr lang="en-US" sz="1400" dirty="0">
                <a:solidFill>
                  <a:schemeClr val="bg1"/>
                </a:solidFill>
              </a:rPr>
              <a:t> = </a:t>
            </a:r>
            <a:r>
              <a:rPr lang="en-US" sz="1400" dirty="0" err="1">
                <a:solidFill>
                  <a:schemeClr val="bg1"/>
                </a:solidFill>
              </a:rPr>
              <a:t>actual.siguiente</a:t>
            </a:r>
            <a:r>
              <a:rPr lang="en-US" sz="1400" dirty="0">
                <a:solidFill>
                  <a:schemeClr val="bg1"/>
                </a:solidFill>
              </a:rPr>
              <a:t>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</a:t>
            </a:r>
            <a:r>
              <a:rPr lang="en-US" sz="1400" dirty="0" err="1">
                <a:solidFill>
                  <a:schemeClr val="bg1"/>
                </a:solidFill>
              </a:rPr>
              <a:t>n.anterior</a:t>
            </a:r>
            <a:r>
              <a:rPr lang="en-US" sz="1400" dirty="0">
                <a:solidFill>
                  <a:schemeClr val="bg1"/>
                </a:solidFill>
              </a:rPr>
              <a:t> = actual;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if (</a:t>
            </a:r>
            <a:r>
              <a:rPr lang="en-US" sz="1400" dirty="0" err="1">
                <a:solidFill>
                  <a:schemeClr val="bg1"/>
                </a:solidFill>
              </a:rPr>
              <a:t>actual.siguiente</a:t>
            </a:r>
            <a:r>
              <a:rPr lang="en-US" sz="1400" dirty="0">
                <a:solidFill>
                  <a:schemeClr val="bg1"/>
                </a:solidFill>
              </a:rPr>
              <a:t> != null) </a:t>
            </a:r>
            <a:r>
              <a:rPr lang="en-US" sz="1400" dirty="0" err="1">
                <a:solidFill>
                  <a:schemeClr val="bg1"/>
                </a:solidFill>
              </a:rPr>
              <a:t>actual.siguiente.anterior</a:t>
            </a:r>
            <a:r>
              <a:rPr lang="en-US" sz="1400" dirty="0">
                <a:solidFill>
                  <a:schemeClr val="bg1"/>
                </a:solidFill>
              </a:rPr>
              <a:t> = n;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else cola = n;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</a:t>
            </a:r>
            <a:r>
              <a:rPr lang="en-US" sz="1400" dirty="0" err="1">
                <a:solidFill>
                  <a:schemeClr val="bg1"/>
                </a:solidFill>
              </a:rPr>
              <a:t>actual.siguiente</a:t>
            </a:r>
            <a:r>
              <a:rPr lang="en-US" sz="1400" dirty="0">
                <a:solidFill>
                  <a:schemeClr val="bg1"/>
                </a:solidFill>
              </a:rPr>
              <a:t> = n;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}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}</a:t>
            </a:r>
          </a:p>
          <a:p>
            <a:endParaRPr lang="en-US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043C620-9A0E-19A1-E75A-F8FF2CE17326}"/>
              </a:ext>
            </a:extLst>
          </p:cNvPr>
          <p:cNvSpPr/>
          <p:nvPr/>
        </p:nvSpPr>
        <p:spPr>
          <a:xfrm>
            <a:off x="864395" y="4486276"/>
            <a:ext cx="1821656" cy="564356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FE1F20-5260-AE86-25FD-AAA86134CEDF}"/>
              </a:ext>
            </a:extLst>
          </p:cNvPr>
          <p:cNvSpPr txBox="1"/>
          <p:nvPr/>
        </p:nvSpPr>
        <p:spPr>
          <a:xfrm>
            <a:off x="1114426" y="4560212"/>
            <a:ext cx="1321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Volver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540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Recorrer la lista: mostrar e inverso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Tarjeta caso 1"/>
          <p:cNvSpPr/>
          <p:nvPr/>
        </p:nvSpPr>
        <p:spPr>
          <a:xfrm>
            <a:off x="5486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4" name="Número caso 1"/>
          <p:cNvSpPr txBox="1"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ítulo caso 1"/>
          <p:cNvSpPr txBox="1"/>
          <p:nvPr/>
        </p:nvSpPr>
        <p:spPr>
          <a:xfrm>
            <a:off x="7315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mostrar()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" name="Descripción caso 1"/>
          <p:cNvSpPr txBox="1"/>
          <p:nvPr/>
        </p:nvSpPr>
        <p:spPr>
          <a:xfrm>
            <a:off x="7315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Empieza </a:t>
            </a:r>
            <a:r>
              <a:rPr lang="en-US" sz="1400" dirty="0" err="1">
                <a:solidFill>
                  <a:schemeClr val="tx1"/>
                </a:solidFill>
              </a:rPr>
              <a:t>en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/>
              <a:t>cabeza</a:t>
            </a:r>
            <a:r>
              <a:rPr lang="en-US" sz="1400" dirty="0">
                <a:solidFill>
                  <a:schemeClr val="tx1"/>
                </a:solidFill>
              </a:rPr>
              <a:t> y avanza con </a:t>
            </a:r>
            <a:r>
              <a:rPr lang="en-US" sz="1400" dirty="0" err="1"/>
              <a:t>siguiente</a:t>
            </a:r>
            <a:r>
              <a:rPr lang="en-US" sz="1400" dirty="0">
                <a:solidFill>
                  <a:schemeClr val="tx1"/>
                </a:solidFill>
              </a:rPr>
              <a:t> hasta llegar a null, imprimiendo cada paciente.</a:t>
            </a:r>
            <a:endParaRPr lang="en-US" sz="1400" dirty="0"/>
          </a:p>
        </p:txBody>
      </p:sp>
      <p:sp>
        <p:nvSpPr>
          <p:cNvPr id="7" name="Tarjeta caso 2"/>
          <p:cNvSpPr/>
          <p:nvPr/>
        </p:nvSpPr>
        <p:spPr>
          <a:xfrm>
            <a:off x="32918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8" name="Número caso 2"/>
          <p:cNvSpPr txBox="1"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ítulo caso 2"/>
          <p:cNvSpPr txBox="1"/>
          <p:nvPr/>
        </p:nvSpPr>
        <p:spPr>
          <a:xfrm>
            <a:off x="34747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mostrarInverso()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0" name="Descripción caso 2"/>
          <p:cNvSpPr txBox="1"/>
          <p:nvPr/>
        </p:nvSpPr>
        <p:spPr>
          <a:xfrm>
            <a:off x="34747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Empieza </a:t>
            </a:r>
            <a:r>
              <a:rPr lang="en-US" sz="1400" dirty="0" err="1">
                <a:solidFill>
                  <a:schemeClr val="tx1"/>
                </a:solidFill>
              </a:rPr>
              <a:t>en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/>
              <a:t>cola</a:t>
            </a:r>
            <a:r>
              <a:rPr lang="en-US" sz="1400" dirty="0">
                <a:solidFill>
                  <a:schemeClr val="tx1"/>
                </a:solidFill>
              </a:rPr>
              <a:t> y retrocede con </a:t>
            </a:r>
            <a:r>
              <a:rPr lang="en-US" sz="1400" dirty="0"/>
              <a:t>anterior</a:t>
            </a:r>
            <a:r>
              <a:rPr lang="en-US" sz="1400" dirty="0">
                <a:solidFill>
                  <a:schemeClr val="tx1"/>
                </a:solidFill>
              </a:rPr>
              <a:t> hasta llegar a null, imprimiendo lo mismo.</a:t>
            </a:r>
            <a:endParaRPr lang="en-US" sz="1400" dirty="0"/>
          </a:p>
        </p:txBody>
      </p:sp>
      <p:sp>
        <p:nvSpPr>
          <p:cNvPr id="11" name="Tarjeta caso 3"/>
          <p:cNvSpPr/>
          <p:nvPr/>
        </p:nvSpPr>
        <p:spPr>
          <a:xfrm>
            <a:off x="60350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2" name="Número caso 3"/>
          <p:cNvSpPr txBox="1"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ítulo caso 3"/>
          <p:cNvSpPr txBox="1"/>
          <p:nvPr/>
        </p:nvSpPr>
        <p:spPr>
          <a:xfrm>
            <a:off x="62179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¿Para qué sirven?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4" name="Descripción caso 3"/>
          <p:cNvSpPr txBox="1"/>
          <p:nvPr/>
        </p:nvSpPr>
        <p:spPr>
          <a:xfrm>
            <a:off x="62179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Si el recorrido inverso sale al revés del normal, los enlaces </a:t>
            </a:r>
            <a:r>
              <a:rPr lang="en-US" sz="1400" dirty="0"/>
              <a:t>anterior </a:t>
            </a:r>
            <a:r>
              <a:rPr lang="en-US" sz="1400" dirty="0" err="1">
                <a:solidFill>
                  <a:schemeClr val="tx1"/>
                </a:solidFill>
              </a:rPr>
              <a:t>están</a:t>
            </a:r>
            <a:r>
              <a:rPr lang="en-US" sz="1400" dirty="0">
                <a:solidFill>
                  <a:schemeClr val="tx1"/>
                </a:solidFill>
              </a:rPr>
              <a:t> bien hechos.</a:t>
            </a:r>
            <a:endParaRPr lang="en-US" sz="1400" dirty="0"/>
          </a:p>
        </p:txBody>
      </p:sp>
      <p:sp>
        <p:nvSpPr>
          <p:cNvPr id="15" name="Tarjeta empate"/>
          <p:cNvSpPr/>
          <p:nvPr/>
        </p:nvSpPr>
        <p:spPr>
          <a:xfrm>
            <a:off x="548640" y="3657600"/>
            <a:ext cx="80467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6" name="Nota empate"/>
          <p:cNvSpPr txBox="1"/>
          <p:nvPr/>
        </p:nvSpPr>
        <p:spPr>
          <a:xfrm>
            <a:off x="666206" y="3611880"/>
            <a:ext cx="78105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Son métodos auxiliares: no modifican la lista. Si está vacía, imprimen (lista vacía). 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6A3F299-BC0B-7F54-C00F-E60861AA3873}"/>
              </a:ext>
            </a:extLst>
          </p:cNvPr>
          <p:cNvSpPr/>
          <p:nvPr/>
        </p:nvSpPr>
        <p:spPr>
          <a:xfrm>
            <a:off x="542925" y="414338"/>
            <a:ext cx="4100513" cy="3929062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7950DE-EABD-6106-125E-B481E4F852D6}"/>
              </a:ext>
            </a:extLst>
          </p:cNvPr>
          <p:cNvSpPr txBox="1"/>
          <p:nvPr/>
        </p:nvSpPr>
        <p:spPr>
          <a:xfrm>
            <a:off x="885825" y="526405"/>
            <a:ext cx="34147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 </a:t>
            </a:r>
            <a:r>
              <a:rPr lang="en-US" dirty="0">
                <a:solidFill>
                  <a:schemeClr val="bg1"/>
                </a:solidFill>
              </a:rPr>
              <a:t>public void </a:t>
            </a:r>
            <a:r>
              <a:rPr lang="en-US" dirty="0" err="1">
                <a:solidFill>
                  <a:schemeClr val="bg1"/>
                </a:solidFill>
              </a:rPr>
              <a:t>mostrar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if (cabeza == null)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</a:t>
            </a:r>
            <a:r>
              <a:rPr lang="en-US" dirty="0" err="1">
                <a:solidFill>
                  <a:schemeClr val="bg1"/>
                </a:solidFill>
              </a:rPr>
              <a:t>System.out.println</a:t>
            </a:r>
            <a:r>
              <a:rPr lang="en-US" dirty="0">
                <a:solidFill>
                  <a:schemeClr val="bg1"/>
                </a:solidFill>
              </a:rPr>
              <a:t>("  (</a:t>
            </a:r>
            <a:r>
              <a:rPr lang="en-US" dirty="0" err="1">
                <a:solidFill>
                  <a:schemeClr val="bg1"/>
                </a:solidFill>
              </a:rPr>
              <a:t>lista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vacía</a:t>
            </a:r>
            <a:r>
              <a:rPr lang="en-US" dirty="0">
                <a:solidFill>
                  <a:schemeClr val="bg1"/>
                </a:solidFill>
              </a:rPr>
              <a:t>)");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return;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}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for (</a:t>
            </a:r>
            <a:r>
              <a:rPr lang="en-US" dirty="0" err="1">
                <a:solidFill>
                  <a:schemeClr val="bg1"/>
                </a:solidFill>
              </a:rPr>
              <a:t>Nodo</a:t>
            </a:r>
            <a:r>
              <a:rPr lang="en-US" dirty="0">
                <a:solidFill>
                  <a:schemeClr val="bg1"/>
                </a:solidFill>
              </a:rPr>
              <a:t> a = cabeza; a != null; a = </a:t>
            </a:r>
            <a:r>
              <a:rPr lang="en-US" dirty="0" err="1">
                <a:solidFill>
                  <a:schemeClr val="bg1"/>
                </a:solidFill>
              </a:rPr>
              <a:t>a.siguiente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</a:t>
            </a:r>
            <a:r>
              <a:rPr lang="en-US" dirty="0" err="1">
                <a:solidFill>
                  <a:schemeClr val="bg1"/>
                </a:solidFill>
              </a:rPr>
              <a:t>System.out.println</a:t>
            </a:r>
            <a:r>
              <a:rPr lang="en-US" dirty="0">
                <a:solidFill>
                  <a:schemeClr val="bg1"/>
                </a:solidFill>
              </a:rPr>
              <a:t>("  " + </a:t>
            </a:r>
            <a:r>
              <a:rPr lang="en-US" dirty="0" err="1">
                <a:solidFill>
                  <a:schemeClr val="bg1"/>
                </a:solidFill>
              </a:rPr>
              <a:t>a.dato.nombre</a:t>
            </a:r>
            <a:r>
              <a:rPr lang="en-US" dirty="0">
                <a:solidFill>
                  <a:schemeClr val="bg1"/>
                </a:solidFill>
              </a:rPr>
              <a:t> + " | </a:t>
            </a:r>
            <a:r>
              <a:rPr lang="en-US" dirty="0" err="1">
                <a:solidFill>
                  <a:schemeClr val="bg1"/>
                </a:solidFill>
              </a:rPr>
              <a:t>prioridad</a:t>
            </a:r>
            <a:r>
              <a:rPr lang="en-US" dirty="0">
                <a:solidFill>
                  <a:schemeClr val="bg1"/>
                </a:solidFill>
              </a:rPr>
              <a:t> " + </a:t>
            </a:r>
            <a:r>
              <a:rPr lang="en-US" dirty="0" err="1">
                <a:solidFill>
                  <a:schemeClr val="bg1"/>
                </a:solidFill>
              </a:rPr>
              <a:t>a.dato.nivelPrioridad</a:t>
            </a:r>
            <a:r>
              <a:rPr lang="en-US" dirty="0">
                <a:solidFill>
                  <a:schemeClr val="bg1"/>
                </a:solidFill>
              </a:rPr>
              <a:t>+ " | </a:t>
            </a:r>
            <a:r>
              <a:rPr lang="en-US" dirty="0" err="1">
                <a:solidFill>
                  <a:schemeClr val="bg1"/>
                </a:solidFill>
              </a:rPr>
              <a:t>espera</a:t>
            </a:r>
            <a:r>
              <a:rPr lang="en-US" dirty="0">
                <a:solidFill>
                  <a:schemeClr val="bg1"/>
                </a:solidFill>
              </a:rPr>
              <a:t> " + </a:t>
            </a:r>
            <a:r>
              <a:rPr lang="en-US" dirty="0" err="1">
                <a:solidFill>
                  <a:schemeClr val="bg1"/>
                </a:solidFill>
              </a:rPr>
              <a:t>a.dato.minutosEspera</a:t>
            </a:r>
            <a:r>
              <a:rPr lang="en-US" dirty="0">
                <a:solidFill>
                  <a:schemeClr val="bg1"/>
                </a:solidFill>
              </a:rPr>
              <a:t> + " min");</a:t>
            </a:r>
          </a:p>
          <a:p>
            <a:r>
              <a:rPr lang="en-US" dirty="0">
                <a:solidFill>
                  <a:schemeClr val="bg1"/>
                </a:solidFill>
              </a:rPr>
              <a:t>    }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5C9C85C-C028-D720-E0B8-297073C18272}"/>
              </a:ext>
            </a:extLst>
          </p:cNvPr>
          <p:cNvSpPr/>
          <p:nvPr/>
        </p:nvSpPr>
        <p:spPr>
          <a:xfrm>
            <a:off x="4764880" y="382191"/>
            <a:ext cx="4150519" cy="4379118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A4F37A-65E1-0501-11D7-7C76D3FA8BEB}"/>
              </a:ext>
            </a:extLst>
          </p:cNvPr>
          <p:cNvSpPr txBox="1"/>
          <p:nvPr/>
        </p:nvSpPr>
        <p:spPr>
          <a:xfrm>
            <a:off x="5064919" y="586591"/>
            <a:ext cx="35361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 public void </a:t>
            </a:r>
            <a:r>
              <a:rPr lang="en-US" dirty="0" err="1">
                <a:solidFill>
                  <a:schemeClr val="bg1"/>
                </a:solidFill>
              </a:rPr>
              <a:t>mostrarInverso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if (cola == null)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</a:t>
            </a:r>
            <a:r>
              <a:rPr lang="en-US" dirty="0" err="1">
                <a:solidFill>
                  <a:schemeClr val="bg1"/>
                </a:solidFill>
              </a:rPr>
              <a:t>System.out.println</a:t>
            </a:r>
            <a:r>
              <a:rPr lang="en-US" dirty="0">
                <a:solidFill>
                  <a:schemeClr val="bg1"/>
                </a:solidFill>
              </a:rPr>
              <a:t>("  (</a:t>
            </a:r>
            <a:r>
              <a:rPr lang="en-US" dirty="0" err="1">
                <a:solidFill>
                  <a:schemeClr val="bg1"/>
                </a:solidFill>
              </a:rPr>
              <a:t>lista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vacía</a:t>
            </a:r>
            <a:r>
              <a:rPr lang="en-US" dirty="0">
                <a:solidFill>
                  <a:schemeClr val="bg1"/>
                </a:solidFill>
              </a:rPr>
              <a:t>)");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return;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}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for (</a:t>
            </a:r>
            <a:r>
              <a:rPr lang="en-US" dirty="0" err="1">
                <a:solidFill>
                  <a:schemeClr val="bg1"/>
                </a:solidFill>
              </a:rPr>
              <a:t>Nodo</a:t>
            </a:r>
            <a:r>
              <a:rPr lang="en-US" dirty="0">
                <a:solidFill>
                  <a:schemeClr val="bg1"/>
                </a:solidFill>
              </a:rPr>
              <a:t> a = cola; a != null; a = </a:t>
            </a:r>
            <a:r>
              <a:rPr lang="en-US" dirty="0" err="1">
                <a:solidFill>
                  <a:schemeClr val="bg1"/>
                </a:solidFill>
              </a:rPr>
              <a:t>a.anterior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</a:t>
            </a:r>
            <a:r>
              <a:rPr lang="en-US" dirty="0" err="1">
                <a:solidFill>
                  <a:schemeClr val="bg1"/>
                </a:solidFill>
              </a:rPr>
              <a:t>System.out.println</a:t>
            </a:r>
            <a:r>
              <a:rPr lang="en-US" dirty="0">
                <a:solidFill>
                  <a:schemeClr val="bg1"/>
                </a:solidFill>
              </a:rPr>
              <a:t>("  " + </a:t>
            </a:r>
            <a:r>
              <a:rPr lang="en-US" dirty="0" err="1">
                <a:solidFill>
                  <a:schemeClr val="bg1"/>
                </a:solidFill>
              </a:rPr>
              <a:t>a.dato.nombre</a:t>
            </a:r>
            <a:r>
              <a:rPr lang="en-US" dirty="0">
                <a:solidFill>
                  <a:schemeClr val="bg1"/>
                </a:solidFill>
              </a:rPr>
              <a:t> + " | </a:t>
            </a:r>
            <a:r>
              <a:rPr lang="en-US" dirty="0" err="1">
                <a:solidFill>
                  <a:schemeClr val="bg1"/>
                </a:solidFill>
              </a:rPr>
              <a:t>prioridad</a:t>
            </a:r>
            <a:r>
              <a:rPr lang="en-US" dirty="0">
                <a:solidFill>
                  <a:schemeClr val="bg1"/>
                </a:solidFill>
              </a:rPr>
              <a:t> " + </a:t>
            </a:r>
            <a:r>
              <a:rPr lang="en-US" dirty="0" err="1">
                <a:solidFill>
                  <a:schemeClr val="bg1"/>
                </a:solidFill>
              </a:rPr>
              <a:t>a.dato.nivelPrioridad</a:t>
            </a:r>
            <a:r>
              <a:rPr lang="en-US" dirty="0">
                <a:solidFill>
                  <a:schemeClr val="bg1"/>
                </a:solidFill>
              </a:rPr>
              <a:t>  + " | </a:t>
            </a:r>
            <a:r>
              <a:rPr lang="en-US" dirty="0" err="1">
                <a:solidFill>
                  <a:schemeClr val="bg1"/>
                </a:solidFill>
              </a:rPr>
              <a:t>espera</a:t>
            </a:r>
            <a:r>
              <a:rPr lang="en-US" dirty="0">
                <a:solidFill>
                  <a:schemeClr val="bg1"/>
                </a:solidFill>
              </a:rPr>
              <a:t> " + </a:t>
            </a:r>
            <a:r>
              <a:rPr lang="en-US" dirty="0" err="1">
                <a:solidFill>
                  <a:schemeClr val="bg1"/>
                </a:solidFill>
              </a:rPr>
              <a:t>a.dato.minutosEspera</a:t>
            </a:r>
            <a:r>
              <a:rPr lang="en-US" dirty="0">
                <a:solidFill>
                  <a:schemeClr val="bg1"/>
                </a:solidFill>
              </a:rPr>
              <a:t> + " min");</a:t>
            </a:r>
          </a:p>
          <a:p>
            <a:r>
              <a:rPr lang="en-US" dirty="0">
                <a:solidFill>
                  <a:schemeClr val="bg1"/>
                </a:solidFill>
              </a:rPr>
              <a:t>    }</a:t>
            </a:r>
          </a:p>
          <a:p>
            <a:endParaRPr lang="en-US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A4FB778-BFD4-77B6-3D4F-2EA14C7C8D51}"/>
              </a:ext>
            </a:extLst>
          </p:cNvPr>
          <p:cNvSpPr/>
          <p:nvPr/>
        </p:nvSpPr>
        <p:spPr>
          <a:xfrm>
            <a:off x="1385888" y="4556909"/>
            <a:ext cx="1628775" cy="493811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31A9979-2CEB-9E54-DD7C-32E14FCDCD85}"/>
              </a:ext>
            </a:extLst>
          </p:cNvPr>
          <p:cNvSpPr txBox="1"/>
          <p:nvPr/>
        </p:nvSpPr>
        <p:spPr>
          <a:xfrm>
            <a:off x="1721643" y="4619148"/>
            <a:ext cx="95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Volver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65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Pruebas realizadas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Tarjeta positivas"/>
          <p:cNvSpPr/>
          <p:nvPr/>
        </p:nvSpPr>
        <p:spPr>
          <a:xfrm>
            <a:off x="548640" y="1280160"/>
            <a:ext cx="2743200" cy="32004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Lista positivas"/>
          <p:cNvSpPr txBox="1"/>
          <p:nvPr/>
        </p:nvSpPr>
        <p:spPr>
          <a:xfrm>
            <a:off x="731520" y="187452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s-ES" sz="1700" b="1" dirty="0">
                <a:solidFill>
                  <a:schemeClr val="tx1"/>
                </a:solidFill>
              </a:rPr>
              <a:t>Casos positivos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Insertar prioridades 2, 5, 1, 4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Verificar el orden de atención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Verificar tiempos de espera (límite 25 min)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Reordenar por tiempo de espera</a:t>
            </a:r>
          </a:p>
        </p:txBody>
      </p:sp>
      <p:sp>
        <p:nvSpPr>
          <p:cNvPr id="6" name="Tarjeta negativas"/>
          <p:cNvSpPr/>
          <p:nvPr/>
        </p:nvSpPr>
        <p:spPr>
          <a:xfrm>
            <a:off x="3474720" y="1280160"/>
            <a:ext cx="3017520" cy="320040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8" name="Lista negativas"/>
          <p:cNvSpPr txBox="1"/>
          <p:nvPr/>
        </p:nvSpPr>
        <p:spPr>
          <a:xfrm>
            <a:off x="3657600" y="1874520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s-ES" sz="1700" b="1" dirty="0">
                <a:solidFill>
                  <a:schemeClr val="tx1"/>
                </a:solidFill>
              </a:rPr>
              <a:t>Casos negativos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Insertar un paciente null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Paciente con prioridad inválida (7)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Atender con la lista vacía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ergencias">
  <a:themeElements>
    <a:clrScheme name="Emergencias">
      <a:dk1>
        <a:srgbClr val="1B2B34"/>
      </a:dk1>
      <a:lt1>
        <a:srgbClr val="FFFFFF"/>
      </a:lt1>
      <a:dk2>
        <a:srgbClr val="0B3C49"/>
      </a:dk2>
      <a:lt2>
        <a:srgbClr val="E8F1F2"/>
      </a:lt2>
      <a:accent1>
        <a:srgbClr val="0E7C86"/>
      </a:accent1>
      <a:accent2>
        <a:srgbClr val="D64520"/>
      </a:accent2>
      <a:accent3>
        <a:srgbClr val="F2B134"/>
      </a:accent3>
      <a:accent4>
        <a:srgbClr val="2E9E6B"/>
      </a:accent4>
      <a:accent5>
        <a:srgbClr val="5B6C8F"/>
      </a:accent5>
      <a:accent6>
        <a:srgbClr val="8E4A6B"/>
      </a:accent6>
      <a:hlink>
        <a:srgbClr val="0E7C86"/>
      </a:hlink>
      <a:folHlink>
        <a:srgbClr val="5B6C8F"/>
      </a:folHlink>
    </a:clrScheme>
    <a:fontScheme name="Emergenci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1528</Words>
  <Application>Microsoft Office PowerPoint</Application>
  <PresentationFormat>Presentación en pantalla (16:9)</PresentationFormat>
  <Paragraphs>255</Paragraphs>
  <Slides>16</Slides>
  <Notes>0</Notes>
  <HiddenSlides>4</HiddenSlides>
  <MMClips>0</MMClips>
  <ScaleCrop>false</ScaleCrop>
  <HeadingPairs>
    <vt:vector size="8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  <vt:variant>
        <vt:lpstr>Presentaciones personalizadas</vt:lpstr>
      </vt:variant>
      <vt:variant>
        <vt:i4>1</vt:i4>
      </vt:variant>
    </vt:vector>
  </HeadingPairs>
  <TitlesOfParts>
    <vt:vector size="20" baseType="lpstr">
      <vt:lpstr>Arial</vt:lpstr>
      <vt:lpstr>Calibri</vt:lpstr>
      <vt:lpstr>Emergencias</vt:lpstr>
      <vt:lpstr>HospitalEmergency</vt:lpstr>
      <vt:lpstr>Problemática</vt:lpstr>
      <vt:lpstr>Lista doblemente enlazada</vt:lpstr>
      <vt:lpstr>Presentación de PowerPoint</vt:lpstr>
      <vt:lpstr>Diseño del proyecto</vt:lpstr>
      <vt:lpstr>a) Atender siguiente paciente</vt:lpstr>
      <vt:lpstr>b) Insertar por prioridad</vt:lpstr>
      <vt:lpstr>Presentación de PowerPoint</vt:lpstr>
      <vt:lpstr>b) Enlaces al insertar</vt:lpstr>
      <vt:lpstr>c) Pacientes en espera crítica</vt:lpstr>
      <vt:lpstr>Presentación de PowerPoint</vt:lpstr>
      <vt:lpstr>d) Reordenar por tiempo de espera</vt:lpstr>
      <vt:lpstr>Presentación de PowerPoint</vt:lpstr>
      <vt:lpstr>Recorrer la lista: mostrar e inverso</vt:lpstr>
      <vt:lpstr>Presentación de PowerPoint</vt:lpstr>
      <vt:lpstr>Pruebas realizadas</vt:lpstr>
      <vt:lpstr>Código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HospitalEmergency - Guía de exposición (Equipo 9)</dc:title>
  <dc:subject>PptxGenJS Presentation</dc:subject>
  <dc:creator>Equipo 9</dc:creator>
  <cp:lastModifiedBy>Dalís Aladro</cp:lastModifiedBy>
  <cp:revision>7</cp:revision>
  <dcterms:created xsi:type="dcterms:W3CDTF">2026-10-11T18:34:00Z</dcterms:created>
  <dcterms:modified xsi:type="dcterms:W3CDTF">2026-10-14T20:54:27Z</dcterms:modified>
</cp:coreProperties>
</file>